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7" r:id="rId2"/>
  </p:sldIdLst>
  <p:sldSz cx="30275213" cy="4280376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99F5902-AA55-40A1-BE41-4A52BAED4CC4}" v="70" dt="2026-10-16T19:28:23.17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6" autoAdjust="0"/>
    <p:restoredTop sz="94660"/>
  </p:normalViewPr>
  <p:slideViewPr>
    <p:cSldViewPr snapToGrid="0">
      <p:cViewPr varScale="1">
        <p:scale>
          <a:sx n="16" d="100"/>
          <a:sy n="16" d="100"/>
        </p:scale>
        <p:origin x="4890" y="1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microsoft.com/office/2015/10/relationships/revisionInfo" Target="revisionInfo.xml"/><Relationship Id="rId3" Type="http://schemas.openxmlformats.org/officeDocument/2006/relationships/presProps" Target="presProps.xml"/><Relationship Id="rId7" Type="http://schemas.microsoft.com/office/2016/11/relationships/changesInfo" Target="changesInfos/changesInfo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ableStyles" Target="tableStyles.xml"/><Relationship Id="rId5" Type="http://schemas.openxmlformats.org/officeDocument/2006/relationships/theme" Target="theme/theme1.xml"/><Relationship Id="rId4"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 Lloyd" userId="32122e72f0e437fe" providerId="LiveId" clId="{A99D22CD-0124-44D0-BEA0-FBCD4A52FBEF}"/>
    <pc:docChg chg="undo custSel addSld delSld modSld">
      <pc:chgData name="J Lloyd" userId="32122e72f0e437fe" providerId="LiveId" clId="{A99D22CD-0124-44D0-BEA0-FBCD4A52FBEF}" dt="2026-10-16T19:48:29.986" v="3000" actId="20577"/>
      <pc:docMkLst>
        <pc:docMk/>
      </pc:docMkLst>
      <pc:sldChg chg="addSp delSp modSp del mod">
        <pc:chgData name="J Lloyd" userId="32122e72f0e437fe" providerId="LiveId" clId="{A99D22CD-0124-44D0-BEA0-FBCD4A52FBEF}" dt="2026-10-16T18:42:04.590" v="2777" actId="2696"/>
        <pc:sldMkLst>
          <pc:docMk/>
          <pc:sldMk cId="1430795889" sldId="256"/>
        </pc:sldMkLst>
        <pc:spChg chg="add del mod">
          <ac:chgData name="J Lloyd" userId="32122e72f0e437fe" providerId="LiveId" clId="{A99D22CD-0124-44D0-BEA0-FBCD4A52FBEF}" dt="2026-10-16T18:41:55.287" v="2775" actId="478"/>
          <ac:spMkLst>
            <pc:docMk/>
            <pc:sldMk cId="1430795889" sldId="256"/>
            <ac:spMk id="5" creationId="{70C7B1CE-49DC-EF35-B2DE-787A4E0A372A}"/>
          </ac:spMkLst>
        </pc:spChg>
        <pc:spChg chg="del mod">
          <ac:chgData name="J Lloyd" userId="32122e72f0e437fe" providerId="LiveId" clId="{A99D22CD-0124-44D0-BEA0-FBCD4A52FBEF}" dt="2026-10-16T18:41:55.287" v="2775" actId="478"/>
          <ac:spMkLst>
            <pc:docMk/>
            <pc:sldMk cId="1430795889" sldId="256"/>
            <ac:spMk id="6" creationId="{04977A50-F52A-7283-2CA5-2D502D62567F}"/>
          </ac:spMkLst>
        </pc:spChg>
        <pc:spChg chg="add del mod">
          <ac:chgData name="J Lloyd" userId="32122e72f0e437fe" providerId="LiveId" clId="{A99D22CD-0124-44D0-BEA0-FBCD4A52FBEF}" dt="2026-10-16T18:41:55.287" v="2775" actId="478"/>
          <ac:spMkLst>
            <pc:docMk/>
            <pc:sldMk cId="1430795889" sldId="256"/>
            <ac:spMk id="12" creationId="{60859A2A-8F98-0BD3-62F1-0CAC3769FBAE}"/>
          </ac:spMkLst>
        </pc:spChg>
        <pc:spChg chg="add del mod">
          <ac:chgData name="J Lloyd" userId="32122e72f0e437fe" providerId="LiveId" clId="{A99D22CD-0124-44D0-BEA0-FBCD4A52FBEF}" dt="2026-10-16T18:41:55.287" v="2775" actId="478"/>
          <ac:spMkLst>
            <pc:docMk/>
            <pc:sldMk cId="1430795889" sldId="256"/>
            <ac:spMk id="14" creationId="{5D5ED169-BF12-3CCD-94CA-2F8A216A24A0}"/>
          </ac:spMkLst>
        </pc:spChg>
        <pc:spChg chg="add del mod">
          <ac:chgData name="J Lloyd" userId="32122e72f0e437fe" providerId="LiveId" clId="{A99D22CD-0124-44D0-BEA0-FBCD4A52FBEF}" dt="2026-10-16T18:41:55.287" v="2775" actId="478"/>
          <ac:spMkLst>
            <pc:docMk/>
            <pc:sldMk cId="1430795889" sldId="256"/>
            <ac:spMk id="17" creationId="{7BDB110C-4050-178C-01DC-8175E371C91E}"/>
          </ac:spMkLst>
        </pc:spChg>
        <pc:spChg chg="add del mod">
          <ac:chgData name="J Lloyd" userId="32122e72f0e437fe" providerId="LiveId" clId="{A99D22CD-0124-44D0-BEA0-FBCD4A52FBEF}" dt="2026-10-16T18:41:55.287" v="2775" actId="478"/>
          <ac:spMkLst>
            <pc:docMk/>
            <pc:sldMk cId="1430795889" sldId="256"/>
            <ac:spMk id="40" creationId="{FC42863D-D3F4-3310-E569-2E394CC08530}"/>
          </ac:spMkLst>
        </pc:spChg>
        <pc:spChg chg="add del mod">
          <ac:chgData name="J Lloyd" userId="32122e72f0e437fe" providerId="LiveId" clId="{A99D22CD-0124-44D0-BEA0-FBCD4A52FBEF}" dt="2026-10-16T18:41:55.287" v="2775" actId="478"/>
          <ac:spMkLst>
            <pc:docMk/>
            <pc:sldMk cId="1430795889" sldId="256"/>
            <ac:spMk id="43" creationId="{189D8ADC-2028-0D1A-67BD-6D3662F380A8}"/>
          </ac:spMkLst>
        </pc:spChg>
        <pc:spChg chg="add del mod">
          <ac:chgData name="J Lloyd" userId="32122e72f0e437fe" providerId="LiveId" clId="{A99D22CD-0124-44D0-BEA0-FBCD4A52FBEF}" dt="2026-10-16T18:41:55.287" v="2775" actId="478"/>
          <ac:spMkLst>
            <pc:docMk/>
            <pc:sldMk cId="1430795889" sldId="256"/>
            <ac:spMk id="44" creationId="{5EEE1E49-5339-DC90-7E7F-998B74CB2052}"/>
          </ac:spMkLst>
        </pc:spChg>
        <pc:spChg chg="add del mod">
          <ac:chgData name="J Lloyd" userId="32122e72f0e437fe" providerId="LiveId" clId="{A99D22CD-0124-44D0-BEA0-FBCD4A52FBEF}" dt="2026-10-16T18:41:55.287" v="2775" actId="478"/>
          <ac:spMkLst>
            <pc:docMk/>
            <pc:sldMk cId="1430795889" sldId="256"/>
            <ac:spMk id="45" creationId="{87000422-D953-7EEA-8CF1-EBDBBB8A9DF8}"/>
          </ac:spMkLst>
        </pc:spChg>
        <pc:spChg chg="add del mod">
          <ac:chgData name="J Lloyd" userId="32122e72f0e437fe" providerId="LiveId" clId="{A99D22CD-0124-44D0-BEA0-FBCD4A52FBEF}" dt="2026-10-16T18:41:55.287" v="2775" actId="478"/>
          <ac:spMkLst>
            <pc:docMk/>
            <pc:sldMk cId="1430795889" sldId="256"/>
            <ac:spMk id="48" creationId="{9DDD16BE-DFBF-0B4D-4B97-6F1980E22DFB}"/>
          </ac:spMkLst>
        </pc:spChg>
      </pc:sldChg>
      <pc:sldChg chg="addSp delSp modSp add mod">
        <pc:chgData name="J Lloyd" userId="32122e72f0e437fe" providerId="LiveId" clId="{A99D22CD-0124-44D0-BEA0-FBCD4A52FBEF}" dt="2026-10-16T19:48:29.986" v="3000" actId="20577"/>
        <pc:sldMkLst>
          <pc:docMk/>
          <pc:sldMk cId="2568735850" sldId="257"/>
        </pc:sldMkLst>
        <pc:spChg chg="add mod">
          <ac:chgData name="J Lloyd" userId="32122e72f0e437fe" providerId="LiveId" clId="{A99D22CD-0124-44D0-BEA0-FBCD4A52FBEF}" dt="2026-10-16T19:09:13.788" v="2798" actId="20577"/>
          <ac:spMkLst>
            <pc:docMk/>
            <pc:sldMk cId="2568735850" sldId="257"/>
            <ac:spMk id="7" creationId="{B9517843-1155-8EDF-0A06-F22836D8C718}"/>
          </ac:spMkLst>
        </pc:spChg>
        <pc:spChg chg="mod">
          <ac:chgData name="J Lloyd" userId="32122e72f0e437fe" providerId="LiveId" clId="{A99D22CD-0124-44D0-BEA0-FBCD4A52FBEF}" dt="2026-10-16T19:29:38.629" v="2979" actId="255"/>
          <ac:spMkLst>
            <pc:docMk/>
            <pc:sldMk cId="2568735850" sldId="257"/>
            <ac:spMk id="10" creationId="{1C2AE3D3-CB82-0CF3-E773-FAC6EE9F39B7}"/>
          </ac:spMkLst>
        </pc:spChg>
        <pc:spChg chg="mod">
          <ac:chgData name="J Lloyd" userId="32122e72f0e437fe" providerId="LiveId" clId="{A99D22CD-0124-44D0-BEA0-FBCD4A52FBEF}" dt="2026-10-16T19:29:45.343" v="2980" actId="255"/>
          <ac:spMkLst>
            <pc:docMk/>
            <pc:sldMk cId="2568735850" sldId="257"/>
            <ac:spMk id="12" creationId="{DF3B5197-A18C-6A95-7108-DE4EAB91C02C}"/>
          </ac:spMkLst>
        </pc:spChg>
        <pc:spChg chg="mod">
          <ac:chgData name="J Lloyd" userId="32122e72f0e437fe" providerId="LiveId" clId="{A99D22CD-0124-44D0-BEA0-FBCD4A52FBEF}" dt="2026-10-16T19:48:29.986" v="3000" actId="20577"/>
          <ac:spMkLst>
            <pc:docMk/>
            <pc:sldMk cId="2568735850" sldId="257"/>
            <ac:spMk id="14" creationId="{F2CA9187-EDCF-FA09-9264-671A155F6CC0}"/>
          </ac:spMkLst>
        </pc:spChg>
        <pc:spChg chg="add del">
          <ac:chgData name="J Lloyd" userId="32122e72f0e437fe" providerId="LiveId" clId="{A99D22CD-0124-44D0-BEA0-FBCD4A52FBEF}" dt="2026-10-16T19:25:54.193" v="2824" actId="478"/>
          <ac:spMkLst>
            <pc:docMk/>
            <pc:sldMk cId="2568735850" sldId="257"/>
            <ac:spMk id="18" creationId="{E9D53877-072D-83C0-93AE-4F002C48F274}"/>
          </ac:spMkLst>
        </pc:spChg>
        <pc:spChg chg="mod">
          <ac:chgData name="J Lloyd" userId="32122e72f0e437fe" providerId="LiveId" clId="{A99D22CD-0124-44D0-BEA0-FBCD4A52FBEF}" dt="2026-10-16T19:28:23.176" v="2956" actId="164"/>
          <ac:spMkLst>
            <pc:docMk/>
            <pc:sldMk cId="2568735850" sldId="257"/>
            <ac:spMk id="19" creationId="{6CD692EB-B72C-891A-F9CF-EF7973361030}"/>
          </ac:spMkLst>
        </pc:spChg>
        <pc:spChg chg="mod">
          <ac:chgData name="J Lloyd" userId="32122e72f0e437fe" providerId="LiveId" clId="{A99D22CD-0124-44D0-BEA0-FBCD4A52FBEF}" dt="2026-10-16T19:29:03.634" v="2971" actId="1076"/>
          <ac:spMkLst>
            <pc:docMk/>
            <pc:sldMk cId="2568735850" sldId="257"/>
            <ac:spMk id="36" creationId="{517B9423-E757-68E2-CE66-C338822521B2}"/>
          </ac:spMkLst>
        </pc:spChg>
        <pc:spChg chg="mod">
          <ac:chgData name="J Lloyd" userId="32122e72f0e437fe" providerId="LiveId" clId="{A99D22CD-0124-44D0-BEA0-FBCD4A52FBEF}" dt="2026-10-16T19:28:48.521" v="2969" actId="14100"/>
          <ac:spMkLst>
            <pc:docMk/>
            <pc:sldMk cId="2568735850" sldId="257"/>
            <ac:spMk id="40" creationId="{A1526A6F-394E-8024-5C6C-0B9F205FE3CC}"/>
          </ac:spMkLst>
        </pc:spChg>
        <pc:spChg chg="mod">
          <ac:chgData name="J Lloyd" userId="32122e72f0e437fe" providerId="LiveId" clId="{A99D22CD-0124-44D0-BEA0-FBCD4A52FBEF}" dt="2026-10-16T19:48:19.418" v="2988" actId="20577"/>
          <ac:spMkLst>
            <pc:docMk/>
            <pc:sldMk cId="2568735850" sldId="257"/>
            <ac:spMk id="44" creationId="{740EB496-1AB3-523A-5F86-2A495801EC42}"/>
          </ac:spMkLst>
        </pc:spChg>
        <pc:spChg chg="add del mod">
          <ac:chgData name="J Lloyd" userId="32122e72f0e437fe" providerId="LiveId" clId="{A99D22CD-0124-44D0-BEA0-FBCD4A52FBEF}" dt="2026-10-16T19:25:54.760" v="2825" actId="478"/>
          <ac:spMkLst>
            <pc:docMk/>
            <pc:sldMk cId="2568735850" sldId="257"/>
            <ac:spMk id="45" creationId="{1A970226-2F22-D087-80C1-6BC08F11760A}"/>
          </ac:spMkLst>
        </pc:spChg>
        <pc:spChg chg="mod">
          <ac:chgData name="J Lloyd" userId="32122e72f0e437fe" providerId="LiveId" clId="{A99D22CD-0124-44D0-BEA0-FBCD4A52FBEF}" dt="2026-10-16T19:25:26.255" v="2819" actId="20577"/>
          <ac:spMkLst>
            <pc:docMk/>
            <pc:sldMk cId="2568735850" sldId="257"/>
            <ac:spMk id="48" creationId="{AF79A226-322E-81A3-1B9B-8ADDB6BCB5EE}"/>
          </ac:spMkLst>
        </pc:spChg>
        <pc:spChg chg="mod">
          <ac:chgData name="J Lloyd" userId="32122e72f0e437fe" providerId="LiveId" clId="{A99D22CD-0124-44D0-BEA0-FBCD4A52FBEF}" dt="2026-10-16T19:29:25.266" v="2975" actId="403"/>
          <ac:spMkLst>
            <pc:docMk/>
            <pc:sldMk cId="2568735850" sldId="257"/>
            <ac:spMk id="60" creationId="{FE6506AA-A538-AD58-700E-6A5D5400AE4B}"/>
          </ac:spMkLst>
        </pc:spChg>
        <pc:grpChg chg="add mod">
          <ac:chgData name="J Lloyd" userId="32122e72f0e437fe" providerId="LiveId" clId="{A99D22CD-0124-44D0-BEA0-FBCD4A52FBEF}" dt="2026-10-16T19:28:23.176" v="2956" actId="164"/>
          <ac:grpSpMkLst>
            <pc:docMk/>
            <pc:sldMk cId="2568735850" sldId="257"/>
            <ac:grpSpMk id="13" creationId="{FC5AAC6D-BD83-CA56-FF9E-65AEC85BB4A3}"/>
          </ac:grpSpMkLst>
        </pc:grpChg>
        <pc:picChg chg="mod">
          <ac:chgData name="J Lloyd" userId="32122e72f0e437fe" providerId="LiveId" clId="{A99D22CD-0124-44D0-BEA0-FBCD4A52FBEF}" dt="2026-10-16T19:28:23.176" v="2956" actId="164"/>
          <ac:picMkLst>
            <pc:docMk/>
            <pc:sldMk cId="2568735850" sldId="257"/>
            <ac:picMk id="9" creationId="{C4B3EFD0-61A8-AC9A-9524-807F5B8D599B}"/>
          </ac:picMkLst>
        </pc:pic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270641" y="7005156"/>
            <a:ext cx="25733931" cy="14902051"/>
          </a:xfrm>
        </p:spPr>
        <p:txBody>
          <a:bodyPr anchor="b"/>
          <a:lstStyle>
            <a:lvl1pPr algn="ctr">
              <a:defRPr sz="19865"/>
            </a:lvl1pPr>
          </a:lstStyle>
          <a:p>
            <a:r>
              <a:rPr lang="en-GB"/>
              <a:t>Click to edit Master title style</a:t>
            </a:r>
            <a:endParaRPr lang="en-US" dirty="0"/>
          </a:p>
        </p:txBody>
      </p:sp>
      <p:sp>
        <p:nvSpPr>
          <p:cNvPr id="3" name="Subtitle 2"/>
          <p:cNvSpPr>
            <a:spLocks noGrp="1"/>
          </p:cNvSpPr>
          <p:nvPr>
            <p:ph type="subTitle" idx="1"/>
          </p:nvPr>
        </p:nvSpPr>
        <p:spPr>
          <a:xfrm>
            <a:off x="3784402" y="22481887"/>
            <a:ext cx="22706410" cy="10334331"/>
          </a:xfrm>
        </p:spPr>
        <p:txBody>
          <a:bodyPr/>
          <a:lstStyle>
            <a:lvl1pPr marL="0" indent="0" algn="ctr">
              <a:buNone/>
              <a:defRPr sz="7946"/>
            </a:lvl1pPr>
            <a:lvl2pPr marL="1513743" indent="0" algn="ctr">
              <a:buNone/>
              <a:defRPr sz="6622"/>
            </a:lvl2pPr>
            <a:lvl3pPr marL="3027487" indent="0" algn="ctr">
              <a:buNone/>
              <a:defRPr sz="5960"/>
            </a:lvl3pPr>
            <a:lvl4pPr marL="4541230" indent="0" algn="ctr">
              <a:buNone/>
              <a:defRPr sz="5297"/>
            </a:lvl4pPr>
            <a:lvl5pPr marL="6054974" indent="0" algn="ctr">
              <a:buNone/>
              <a:defRPr sz="5297"/>
            </a:lvl5pPr>
            <a:lvl6pPr marL="7568717" indent="0" algn="ctr">
              <a:buNone/>
              <a:defRPr sz="5297"/>
            </a:lvl6pPr>
            <a:lvl7pPr marL="9082461" indent="0" algn="ctr">
              <a:buNone/>
              <a:defRPr sz="5297"/>
            </a:lvl7pPr>
            <a:lvl8pPr marL="10596204" indent="0" algn="ctr">
              <a:buNone/>
              <a:defRPr sz="5297"/>
            </a:lvl8pPr>
            <a:lvl9pPr marL="12109948" indent="0" algn="ctr">
              <a:buNone/>
              <a:defRPr sz="5297"/>
            </a:lvl9pPr>
          </a:lstStyle>
          <a:p>
            <a:r>
              <a:rPr lang="en-GB"/>
              <a:t>Click to edit Master subtitle style</a:t>
            </a:r>
            <a:endParaRPr lang="en-US" dirty="0"/>
          </a:p>
        </p:txBody>
      </p:sp>
      <p:sp>
        <p:nvSpPr>
          <p:cNvPr id="4" name="Date Placeholder 3"/>
          <p:cNvSpPr>
            <a:spLocks noGrp="1"/>
          </p:cNvSpPr>
          <p:nvPr>
            <p:ph type="dt" sz="half" idx="10"/>
          </p:nvPr>
        </p:nvSpPr>
        <p:spPr/>
        <p:txBody>
          <a:bodyPr/>
          <a:lstStyle/>
          <a:p>
            <a:fld id="{6BBBA4E1-2455-4A90-A172-8A65213DF78B}" type="datetimeFigureOut">
              <a:rPr lang="en-GB" smtClean="0"/>
              <a:t>27/10/2026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DE5FA30F-1FC1-4260-BBBD-0CF557952D4E}" type="slidenum">
              <a:rPr lang="en-GB" smtClean="0"/>
              <a:t>‹#›</a:t>
            </a:fld>
            <a:endParaRPr lang="en-GB"/>
          </a:p>
        </p:txBody>
      </p:sp>
    </p:spTree>
    <p:extLst>
      <p:ext uri="{BB962C8B-B14F-4D97-AF65-F5344CB8AC3E}">
        <p14:creationId xmlns:p14="http://schemas.microsoft.com/office/powerpoint/2010/main" val="170895578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6BBBA4E1-2455-4A90-A172-8A65213DF78B}" type="datetimeFigureOut">
              <a:rPr lang="en-GB" smtClean="0"/>
              <a:t>27/10/2026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DE5FA30F-1FC1-4260-BBBD-0CF557952D4E}" type="slidenum">
              <a:rPr lang="en-GB" smtClean="0"/>
              <a:t>‹#›</a:t>
            </a:fld>
            <a:endParaRPr lang="en-GB"/>
          </a:p>
        </p:txBody>
      </p:sp>
    </p:spTree>
    <p:extLst>
      <p:ext uri="{BB962C8B-B14F-4D97-AF65-F5344CB8AC3E}">
        <p14:creationId xmlns:p14="http://schemas.microsoft.com/office/powerpoint/2010/main" val="239638637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065654" y="10671229"/>
            <a:ext cx="26112371" cy="17805173"/>
          </a:xfrm>
        </p:spPr>
        <p:txBody>
          <a:bodyPr anchor="b"/>
          <a:lstStyle>
            <a:lvl1pPr>
              <a:defRPr sz="19865"/>
            </a:lvl1pPr>
          </a:lstStyle>
          <a:p>
            <a:r>
              <a:rPr lang="en-GB"/>
              <a:t>Click to edit Master title style</a:t>
            </a:r>
            <a:endParaRPr lang="en-US" dirty="0"/>
          </a:p>
        </p:txBody>
      </p:sp>
      <p:sp>
        <p:nvSpPr>
          <p:cNvPr id="3" name="Text Placeholder 2"/>
          <p:cNvSpPr>
            <a:spLocks noGrp="1"/>
          </p:cNvSpPr>
          <p:nvPr>
            <p:ph type="body" idx="1"/>
          </p:nvPr>
        </p:nvSpPr>
        <p:spPr>
          <a:xfrm>
            <a:off x="2065654" y="28644846"/>
            <a:ext cx="26112371" cy="9363320"/>
          </a:xfrm>
        </p:spPr>
        <p:txBody>
          <a:bodyPr/>
          <a:lstStyle>
            <a:lvl1pPr marL="0" indent="0">
              <a:buNone/>
              <a:defRPr sz="7946">
                <a:solidFill>
                  <a:schemeClr val="tx1">
                    <a:tint val="82000"/>
                  </a:schemeClr>
                </a:solidFill>
              </a:defRPr>
            </a:lvl1pPr>
            <a:lvl2pPr marL="1513743" indent="0">
              <a:buNone/>
              <a:defRPr sz="6622">
                <a:solidFill>
                  <a:schemeClr val="tx1">
                    <a:tint val="82000"/>
                  </a:schemeClr>
                </a:solidFill>
              </a:defRPr>
            </a:lvl2pPr>
            <a:lvl3pPr marL="3027487" indent="0">
              <a:buNone/>
              <a:defRPr sz="5960">
                <a:solidFill>
                  <a:schemeClr val="tx1">
                    <a:tint val="82000"/>
                  </a:schemeClr>
                </a:solidFill>
              </a:defRPr>
            </a:lvl3pPr>
            <a:lvl4pPr marL="4541230" indent="0">
              <a:buNone/>
              <a:defRPr sz="5297">
                <a:solidFill>
                  <a:schemeClr val="tx1">
                    <a:tint val="82000"/>
                  </a:schemeClr>
                </a:solidFill>
              </a:defRPr>
            </a:lvl4pPr>
            <a:lvl5pPr marL="6054974" indent="0">
              <a:buNone/>
              <a:defRPr sz="5297">
                <a:solidFill>
                  <a:schemeClr val="tx1">
                    <a:tint val="82000"/>
                  </a:schemeClr>
                </a:solidFill>
              </a:defRPr>
            </a:lvl5pPr>
            <a:lvl6pPr marL="7568717" indent="0">
              <a:buNone/>
              <a:defRPr sz="5297">
                <a:solidFill>
                  <a:schemeClr val="tx1">
                    <a:tint val="82000"/>
                  </a:schemeClr>
                </a:solidFill>
              </a:defRPr>
            </a:lvl6pPr>
            <a:lvl7pPr marL="9082461" indent="0">
              <a:buNone/>
              <a:defRPr sz="5297">
                <a:solidFill>
                  <a:schemeClr val="tx1">
                    <a:tint val="82000"/>
                  </a:schemeClr>
                </a:solidFill>
              </a:defRPr>
            </a:lvl7pPr>
            <a:lvl8pPr marL="10596204" indent="0">
              <a:buNone/>
              <a:defRPr sz="5297">
                <a:solidFill>
                  <a:schemeClr val="tx1">
                    <a:tint val="82000"/>
                  </a:schemeClr>
                </a:solidFill>
              </a:defRPr>
            </a:lvl8pPr>
            <a:lvl9pPr marL="12109948" indent="0">
              <a:buNone/>
              <a:defRPr sz="5297">
                <a:solidFill>
                  <a:schemeClr val="tx1">
                    <a:tint val="82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6BBBA4E1-2455-4A90-A172-8A65213DF78B}" type="datetimeFigureOut">
              <a:rPr lang="en-GB" smtClean="0"/>
              <a:t>27/10/2026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DE5FA30F-1FC1-4260-BBBD-0CF557952D4E}" type="slidenum">
              <a:rPr lang="en-GB" smtClean="0"/>
              <a:t>‹#›</a:t>
            </a:fld>
            <a:endParaRPr lang="en-GB"/>
          </a:p>
        </p:txBody>
      </p:sp>
    </p:spTree>
    <p:extLst>
      <p:ext uri="{BB962C8B-B14F-4D97-AF65-F5344CB8AC3E}">
        <p14:creationId xmlns:p14="http://schemas.microsoft.com/office/powerpoint/2010/main" val="297214910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sz="half" idx="1"/>
          </p:nvPr>
        </p:nvSpPr>
        <p:spPr>
          <a:xfrm>
            <a:off x="2081421" y="11394520"/>
            <a:ext cx="12866966" cy="27158594"/>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Content Placeholder 3"/>
          <p:cNvSpPr>
            <a:spLocks noGrp="1"/>
          </p:cNvSpPr>
          <p:nvPr>
            <p:ph sz="half" idx="2"/>
          </p:nvPr>
        </p:nvSpPr>
        <p:spPr>
          <a:xfrm>
            <a:off x="15326826" y="11394520"/>
            <a:ext cx="12866966" cy="27158594"/>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Date Placeholder 4"/>
          <p:cNvSpPr>
            <a:spLocks noGrp="1"/>
          </p:cNvSpPr>
          <p:nvPr>
            <p:ph type="dt" sz="half" idx="10"/>
          </p:nvPr>
        </p:nvSpPr>
        <p:spPr/>
        <p:txBody>
          <a:bodyPr/>
          <a:lstStyle/>
          <a:p>
            <a:fld id="{6BBBA4E1-2455-4A90-A172-8A65213DF78B}" type="datetimeFigureOut">
              <a:rPr lang="en-GB" smtClean="0"/>
              <a:t>27/10/2026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DE5FA30F-1FC1-4260-BBBD-0CF557952D4E}" type="slidenum">
              <a:rPr lang="en-GB" smtClean="0"/>
              <a:t>‹#›</a:t>
            </a:fld>
            <a:endParaRPr lang="en-GB"/>
          </a:p>
        </p:txBody>
      </p:sp>
    </p:spTree>
    <p:extLst>
      <p:ext uri="{BB962C8B-B14F-4D97-AF65-F5344CB8AC3E}">
        <p14:creationId xmlns:p14="http://schemas.microsoft.com/office/powerpoint/2010/main" val="199193878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2085364" y="2278913"/>
            <a:ext cx="26112371" cy="8273416"/>
          </a:xfrm>
        </p:spPr>
        <p:txBody>
          <a:bodyPr/>
          <a:lstStyle/>
          <a:p>
            <a:r>
              <a:rPr lang="en-GB"/>
              <a:t>Click to edit Master title style</a:t>
            </a:r>
            <a:endParaRPr lang="en-US" dirty="0"/>
          </a:p>
        </p:txBody>
      </p:sp>
      <p:sp>
        <p:nvSpPr>
          <p:cNvPr id="3" name="Text Placeholder 2"/>
          <p:cNvSpPr>
            <a:spLocks noGrp="1"/>
          </p:cNvSpPr>
          <p:nvPr>
            <p:ph type="body" idx="1"/>
          </p:nvPr>
        </p:nvSpPr>
        <p:spPr>
          <a:xfrm>
            <a:off x="2085368" y="10492870"/>
            <a:ext cx="12807832" cy="5142393"/>
          </a:xfrm>
        </p:spPr>
        <p:txBody>
          <a:bodyPr anchor="b"/>
          <a:lstStyle>
            <a:lvl1pPr marL="0" indent="0">
              <a:buNone/>
              <a:defRPr sz="7946" b="1"/>
            </a:lvl1pPr>
            <a:lvl2pPr marL="1513743" indent="0">
              <a:buNone/>
              <a:defRPr sz="6622" b="1"/>
            </a:lvl2pPr>
            <a:lvl3pPr marL="3027487" indent="0">
              <a:buNone/>
              <a:defRPr sz="5960" b="1"/>
            </a:lvl3pPr>
            <a:lvl4pPr marL="4541230" indent="0">
              <a:buNone/>
              <a:defRPr sz="5297" b="1"/>
            </a:lvl4pPr>
            <a:lvl5pPr marL="6054974" indent="0">
              <a:buNone/>
              <a:defRPr sz="5297" b="1"/>
            </a:lvl5pPr>
            <a:lvl6pPr marL="7568717" indent="0">
              <a:buNone/>
              <a:defRPr sz="5297" b="1"/>
            </a:lvl6pPr>
            <a:lvl7pPr marL="9082461" indent="0">
              <a:buNone/>
              <a:defRPr sz="5297" b="1"/>
            </a:lvl7pPr>
            <a:lvl8pPr marL="10596204" indent="0">
              <a:buNone/>
              <a:defRPr sz="5297" b="1"/>
            </a:lvl8pPr>
            <a:lvl9pPr marL="12109948" indent="0">
              <a:buNone/>
              <a:defRPr sz="5297" b="1"/>
            </a:lvl9pPr>
          </a:lstStyle>
          <a:p>
            <a:pPr lvl="0"/>
            <a:r>
              <a:rPr lang="en-GB"/>
              <a:t>Click to edit Master text styles</a:t>
            </a:r>
          </a:p>
        </p:txBody>
      </p:sp>
      <p:sp>
        <p:nvSpPr>
          <p:cNvPr id="4" name="Content Placeholder 3"/>
          <p:cNvSpPr>
            <a:spLocks noGrp="1"/>
          </p:cNvSpPr>
          <p:nvPr>
            <p:ph sz="half" idx="2"/>
          </p:nvPr>
        </p:nvSpPr>
        <p:spPr>
          <a:xfrm>
            <a:off x="2085368" y="15635264"/>
            <a:ext cx="12807832" cy="22997117"/>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Text Placeholder 4"/>
          <p:cNvSpPr>
            <a:spLocks noGrp="1"/>
          </p:cNvSpPr>
          <p:nvPr>
            <p:ph type="body" sz="quarter" idx="3"/>
          </p:nvPr>
        </p:nvSpPr>
        <p:spPr>
          <a:xfrm>
            <a:off x="15326828" y="10492870"/>
            <a:ext cx="12870909" cy="5142393"/>
          </a:xfrm>
        </p:spPr>
        <p:txBody>
          <a:bodyPr anchor="b"/>
          <a:lstStyle>
            <a:lvl1pPr marL="0" indent="0">
              <a:buNone/>
              <a:defRPr sz="7946" b="1"/>
            </a:lvl1pPr>
            <a:lvl2pPr marL="1513743" indent="0">
              <a:buNone/>
              <a:defRPr sz="6622" b="1"/>
            </a:lvl2pPr>
            <a:lvl3pPr marL="3027487" indent="0">
              <a:buNone/>
              <a:defRPr sz="5960" b="1"/>
            </a:lvl3pPr>
            <a:lvl4pPr marL="4541230" indent="0">
              <a:buNone/>
              <a:defRPr sz="5297" b="1"/>
            </a:lvl4pPr>
            <a:lvl5pPr marL="6054974" indent="0">
              <a:buNone/>
              <a:defRPr sz="5297" b="1"/>
            </a:lvl5pPr>
            <a:lvl6pPr marL="7568717" indent="0">
              <a:buNone/>
              <a:defRPr sz="5297" b="1"/>
            </a:lvl6pPr>
            <a:lvl7pPr marL="9082461" indent="0">
              <a:buNone/>
              <a:defRPr sz="5297" b="1"/>
            </a:lvl7pPr>
            <a:lvl8pPr marL="10596204" indent="0">
              <a:buNone/>
              <a:defRPr sz="5297" b="1"/>
            </a:lvl8pPr>
            <a:lvl9pPr marL="12109948" indent="0">
              <a:buNone/>
              <a:defRPr sz="5297" b="1"/>
            </a:lvl9pPr>
          </a:lstStyle>
          <a:p>
            <a:pPr lvl="0"/>
            <a:r>
              <a:rPr lang="en-GB"/>
              <a:t>Click to edit Master text styles</a:t>
            </a:r>
          </a:p>
        </p:txBody>
      </p:sp>
      <p:sp>
        <p:nvSpPr>
          <p:cNvPr id="6" name="Content Placeholder 5"/>
          <p:cNvSpPr>
            <a:spLocks noGrp="1"/>
          </p:cNvSpPr>
          <p:nvPr>
            <p:ph sz="quarter" idx="4"/>
          </p:nvPr>
        </p:nvSpPr>
        <p:spPr>
          <a:xfrm>
            <a:off x="15326828" y="15635264"/>
            <a:ext cx="12870909" cy="22997117"/>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7" name="Date Placeholder 6"/>
          <p:cNvSpPr>
            <a:spLocks noGrp="1"/>
          </p:cNvSpPr>
          <p:nvPr>
            <p:ph type="dt" sz="half" idx="10"/>
          </p:nvPr>
        </p:nvSpPr>
        <p:spPr/>
        <p:txBody>
          <a:bodyPr/>
          <a:lstStyle/>
          <a:p>
            <a:fld id="{6BBBA4E1-2455-4A90-A172-8A65213DF78B}" type="datetimeFigureOut">
              <a:rPr lang="en-GB" smtClean="0"/>
              <a:t>27/10/2026</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DE5FA30F-1FC1-4260-BBBD-0CF557952D4E}" type="slidenum">
              <a:rPr lang="en-GB" smtClean="0"/>
              <a:t>‹#›</a:t>
            </a:fld>
            <a:endParaRPr lang="en-GB"/>
          </a:p>
        </p:txBody>
      </p:sp>
    </p:spTree>
    <p:extLst>
      <p:ext uri="{BB962C8B-B14F-4D97-AF65-F5344CB8AC3E}">
        <p14:creationId xmlns:p14="http://schemas.microsoft.com/office/powerpoint/2010/main" val="170839018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Date Placeholder 2"/>
          <p:cNvSpPr>
            <a:spLocks noGrp="1"/>
          </p:cNvSpPr>
          <p:nvPr>
            <p:ph type="dt" sz="half" idx="10"/>
          </p:nvPr>
        </p:nvSpPr>
        <p:spPr/>
        <p:txBody>
          <a:bodyPr/>
          <a:lstStyle/>
          <a:p>
            <a:fld id="{6BBBA4E1-2455-4A90-A172-8A65213DF78B}" type="datetimeFigureOut">
              <a:rPr lang="en-GB" smtClean="0"/>
              <a:t>27/10/2026</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DE5FA30F-1FC1-4260-BBBD-0CF557952D4E}" type="slidenum">
              <a:rPr lang="en-GB" smtClean="0"/>
              <a:t>‹#›</a:t>
            </a:fld>
            <a:endParaRPr lang="en-GB"/>
          </a:p>
        </p:txBody>
      </p:sp>
    </p:spTree>
    <p:extLst>
      <p:ext uri="{BB962C8B-B14F-4D97-AF65-F5344CB8AC3E}">
        <p14:creationId xmlns:p14="http://schemas.microsoft.com/office/powerpoint/2010/main" val="782354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BBBA4E1-2455-4A90-A172-8A65213DF78B}" type="datetimeFigureOut">
              <a:rPr lang="en-GB" smtClean="0"/>
              <a:t>27/10/2026</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DE5FA30F-1FC1-4260-BBBD-0CF557952D4E}" type="slidenum">
              <a:rPr lang="en-GB" smtClean="0"/>
              <a:t>‹#›</a:t>
            </a:fld>
            <a:endParaRPr lang="en-GB"/>
          </a:p>
        </p:txBody>
      </p:sp>
    </p:spTree>
    <p:extLst>
      <p:ext uri="{BB962C8B-B14F-4D97-AF65-F5344CB8AC3E}">
        <p14:creationId xmlns:p14="http://schemas.microsoft.com/office/powerpoint/2010/main" val="92790502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085364" y="2853584"/>
            <a:ext cx="9764544" cy="9987545"/>
          </a:xfrm>
        </p:spPr>
        <p:txBody>
          <a:bodyPr anchor="b"/>
          <a:lstStyle>
            <a:lvl1pPr>
              <a:defRPr sz="10595"/>
            </a:lvl1pPr>
          </a:lstStyle>
          <a:p>
            <a:r>
              <a:rPr lang="en-GB"/>
              <a:t>Click to edit Master title style</a:t>
            </a:r>
            <a:endParaRPr lang="en-US" dirty="0"/>
          </a:p>
        </p:txBody>
      </p:sp>
      <p:sp>
        <p:nvSpPr>
          <p:cNvPr id="3" name="Content Placeholder 2"/>
          <p:cNvSpPr>
            <a:spLocks noGrp="1"/>
          </p:cNvSpPr>
          <p:nvPr>
            <p:ph idx="1"/>
          </p:nvPr>
        </p:nvSpPr>
        <p:spPr>
          <a:xfrm>
            <a:off x="12870909" y="6162959"/>
            <a:ext cx="15326827" cy="30418415"/>
          </a:xfrm>
        </p:spPr>
        <p:txBody>
          <a:bodyPr/>
          <a:lstStyle>
            <a:lvl1pPr>
              <a:defRPr sz="10595"/>
            </a:lvl1pPr>
            <a:lvl2pPr>
              <a:defRPr sz="9271"/>
            </a:lvl2pPr>
            <a:lvl3pPr>
              <a:defRPr sz="7946"/>
            </a:lvl3pPr>
            <a:lvl4pPr>
              <a:defRPr sz="6622"/>
            </a:lvl4pPr>
            <a:lvl5pPr>
              <a:defRPr sz="6622"/>
            </a:lvl5pPr>
            <a:lvl6pPr>
              <a:defRPr sz="6622"/>
            </a:lvl6pPr>
            <a:lvl7pPr>
              <a:defRPr sz="6622"/>
            </a:lvl7pPr>
            <a:lvl8pPr>
              <a:defRPr sz="6622"/>
            </a:lvl8pPr>
            <a:lvl9pPr>
              <a:defRPr sz="6622"/>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Text Placeholder 3"/>
          <p:cNvSpPr>
            <a:spLocks noGrp="1"/>
          </p:cNvSpPr>
          <p:nvPr>
            <p:ph type="body" sz="half" idx="2"/>
          </p:nvPr>
        </p:nvSpPr>
        <p:spPr>
          <a:xfrm>
            <a:off x="2085364" y="12841129"/>
            <a:ext cx="9764544" cy="23789780"/>
          </a:xfrm>
        </p:spPr>
        <p:txBody>
          <a:bodyPr/>
          <a:lstStyle>
            <a:lvl1pPr marL="0" indent="0">
              <a:buNone/>
              <a:defRPr sz="5297"/>
            </a:lvl1pPr>
            <a:lvl2pPr marL="1513743" indent="0">
              <a:buNone/>
              <a:defRPr sz="4635"/>
            </a:lvl2pPr>
            <a:lvl3pPr marL="3027487" indent="0">
              <a:buNone/>
              <a:defRPr sz="3973"/>
            </a:lvl3pPr>
            <a:lvl4pPr marL="4541230" indent="0">
              <a:buNone/>
              <a:defRPr sz="3311"/>
            </a:lvl4pPr>
            <a:lvl5pPr marL="6054974" indent="0">
              <a:buNone/>
              <a:defRPr sz="3311"/>
            </a:lvl5pPr>
            <a:lvl6pPr marL="7568717" indent="0">
              <a:buNone/>
              <a:defRPr sz="3311"/>
            </a:lvl6pPr>
            <a:lvl7pPr marL="9082461" indent="0">
              <a:buNone/>
              <a:defRPr sz="3311"/>
            </a:lvl7pPr>
            <a:lvl8pPr marL="10596204" indent="0">
              <a:buNone/>
              <a:defRPr sz="3311"/>
            </a:lvl8pPr>
            <a:lvl9pPr marL="12109948" indent="0">
              <a:buNone/>
              <a:defRPr sz="3311"/>
            </a:lvl9pPr>
          </a:lstStyle>
          <a:p>
            <a:pPr lvl="0"/>
            <a:r>
              <a:rPr lang="en-GB"/>
              <a:t>Click to edit Master text styles</a:t>
            </a:r>
          </a:p>
        </p:txBody>
      </p:sp>
      <p:sp>
        <p:nvSpPr>
          <p:cNvPr id="5" name="Date Placeholder 4"/>
          <p:cNvSpPr>
            <a:spLocks noGrp="1"/>
          </p:cNvSpPr>
          <p:nvPr>
            <p:ph type="dt" sz="half" idx="10"/>
          </p:nvPr>
        </p:nvSpPr>
        <p:spPr/>
        <p:txBody>
          <a:bodyPr/>
          <a:lstStyle/>
          <a:p>
            <a:fld id="{6BBBA4E1-2455-4A90-A172-8A65213DF78B}" type="datetimeFigureOut">
              <a:rPr lang="en-GB" smtClean="0"/>
              <a:t>27/10/2026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DE5FA30F-1FC1-4260-BBBD-0CF557952D4E}" type="slidenum">
              <a:rPr lang="en-GB" smtClean="0"/>
              <a:t>‹#›</a:t>
            </a:fld>
            <a:endParaRPr lang="en-GB"/>
          </a:p>
        </p:txBody>
      </p:sp>
    </p:spTree>
    <p:extLst>
      <p:ext uri="{BB962C8B-B14F-4D97-AF65-F5344CB8AC3E}">
        <p14:creationId xmlns:p14="http://schemas.microsoft.com/office/powerpoint/2010/main" val="212436429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085364" y="2853584"/>
            <a:ext cx="9764544" cy="9987545"/>
          </a:xfrm>
        </p:spPr>
        <p:txBody>
          <a:bodyPr anchor="b"/>
          <a:lstStyle>
            <a:lvl1pPr>
              <a:defRPr sz="10595"/>
            </a:lvl1pPr>
          </a:lstStyle>
          <a:p>
            <a:r>
              <a:rPr lang="en-GB"/>
              <a:t>Click to edit Master title style</a:t>
            </a:r>
            <a:endParaRPr lang="en-US" dirty="0"/>
          </a:p>
        </p:txBody>
      </p:sp>
      <p:sp>
        <p:nvSpPr>
          <p:cNvPr id="3" name="Picture Placeholder 2"/>
          <p:cNvSpPr>
            <a:spLocks noGrp="1" noChangeAspect="1"/>
          </p:cNvSpPr>
          <p:nvPr>
            <p:ph type="pic" idx="1"/>
          </p:nvPr>
        </p:nvSpPr>
        <p:spPr>
          <a:xfrm>
            <a:off x="12870909" y="6162959"/>
            <a:ext cx="15326827" cy="30418415"/>
          </a:xfrm>
        </p:spPr>
        <p:txBody>
          <a:bodyPr anchor="t"/>
          <a:lstStyle>
            <a:lvl1pPr marL="0" indent="0">
              <a:buNone/>
              <a:defRPr sz="10595"/>
            </a:lvl1pPr>
            <a:lvl2pPr marL="1513743" indent="0">
              <a:buNone/>
              <a:defRPr sz="9271"/>
            </a:lvl2pPr>
            <a:lvl3pPr marL="3027487" indent="0">
              <a:buNone/>
              <a:defRPr sz="7946"/>
            </a:lvl3pPr>
            <a:lvl4pPr marL="4541230" indent="0">
              <a:buNone/>
              <a:defRPr sz="6622"/>
            </a:lvl4pPr>
            <a:lvl5pPr marL="6054974" indent="0">
              <a:buNone/>
              <a:defRPr sz="6622"/>
            </a:lvl5pPr>
            <a:lvl6pPr marL="7568717" indent="0">
              <a:buNone/>
              <a:defRPr sz="6622"/>
            </a:lvl6pPr>
            <a:lvl7pPr marL="9082461" indent="0">
              <a:buNone/>
              <a:defRPr sz="6622"/>
            </a:lvl7pPr>
            <a:lvl8pPr marL="10596204" indent="0">
              <a:buNone/>
              <a:defRPr sz="6622"/>
            </a:lvl8pPr>
            <a:lvl9pPr marL="12109948" indent="0">
              <a:buNone/>
              <a:defRPr sz="6622"/>
            </a:lvl9pPr>
          </a:lstStyle>
          <a:p>
            <a:r>
              <a:rPr lang="en-GB"/>
              <a:t>Click icon to add picture</a:t>
            </a:r>
            <a:endParaRPr lang="en-US" dirty="0"/>
          </a:p>
        </p:txBody>
      </p:sp>
      <p:sp>
        <p:nvSpPr>
          <p:cNvPr id="4" name="Text Placeholder 3"/>
          <p:cNvSpPr>
            <a:spLocks noGrp="1"/>
          </p:cNvSpPr>
          <p:nvPr>
            <p:ph type="body" sz="half" idx="2"/>
          </p:nvPr>
        </p:nvSpPr>
        <p:spPr>
          <a:xfrm>
            <a:off x="2085364" y="12841129"/>
            <a:ext cx="9764544" cy="23789780"/>
          </a:xfrm>
        </p:spPr>
        <p:txBody>
          <a:bodyPr/>
          <a:lstStyle>
            <a:lvl1pPr marL="0" indent="0">
              <a:buNone/>
              <a:defRPr sz="5297"/>
            </a:lvl1pPr>
            <a:lvl2pPr marL="1513743" indent="0">
              <a:buNone/>
              <a:defRPr sz="4635"/>
            </a:lvl2pPr>
            <a:lvl3pPr marL="3027487" indent="0">
              <a:buNone/>
              <a:defRPr sz="3973"/>
            </a:lvl3pPr>
            <a:lvl4pPr marL="4541230" indent="0">
              <a:buNone/>
              <a:defRPr sz="3311"/>
            </a:lvl4pPr>
            <a:lvl5pPr marL="6054974" indent="0">
              <a:buNone/>
              <a:defRPr sz="3311"/>
            </a:lvl5pPr>
            <a:lvl6pPr marL="7568717" indent="0">
              <a:buNone/>
              <a:defRPr sz="3311"/>
            </a:lvl6pPr>
            <a:lvl7pPr marL="9082461" indent="0">
              <a:buNone/>
              <a:defRPr sz="3311"/>
            </a:lvl7pPr>
            <a:lvl8pPr marL="10596204" indent="0">
              <a:buNone/>
              <a:defRPr sz="3311"/>
            </a:lvl8pPr>
            <a:lvl9pPr marL="12109948" indent="0">
              <a:buNone/>
              <a:defRPr sz="3311"/>
            </a:lvl9pPr>
          </a:lstStyle>
          <a:p>
            <a:pPr lvl="0"/>
            <a:r>
              <a:rPr lang="en-GB"/>
              <a:t>Click to edit Master text styles</a:t>
            </a:r>
          </a:p>
        </p:txBody>
      </p:sp>
      <p:sp>
        <p:nvSpPr>
          <p:cNvPr id="5" name="Date Placeholder 4"/>
          <p:cNvSpPr>
            <a:spLocks noGrp="1"/>
          </p:cNvSpPr>
          <p:nvPr>
            <p:ph type="dt" sz="half" idx="10"/>
          </p:nvPr>
        </p:nvSpPr>
        <p:spPr/>
        <p:txBody>
          <a:bodyPr/>
          <a:lstStyle/>
          <a:p>
            <a:fld id="{6BBBA4E1-2455-4A90-A172-8A65213DF78B}" type="datetimeFigureOut">
              <a:rPr lang="en-GB" smtClean="0"/>
              <a:t>27/10/2026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DE5FA30F-1FC1-4260-BBBD-0CF557952D4E}" type="slidenum">
              <a:rPr lang="en-GB" smtClean="0"/>
              <a:t>‹#›</a:t>
            </a:fld>
            <a:endParaRPr lang="en-GB"/>
          </a:p>
        </p:txBody>
      </p:sp>
    </p:spTree>
    <p:extLst>
      <p:ext uri="{BB962C8B-B14F-4D97-AF65-F5344CB8AC3E}">
        <p14:creationId xmlns:p14="http://schemas.microsoft.com/office/powerpoint/2010/main" val="154234230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6BBBA4E1-2455-4A90-A172-8A65213DF78B}" type="datetimeFigureOut">
              <a:rPr lang="en-GB" smtClean="0"/>
              <a:t>27/10/2026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DE5FA30F-1FC1-4260-BBBD-0CF557952D4E}" type="slidenum">
              <a:rPr lang="en-GB" smtClean="0"/>
              <a:t>‹#›</a:t>
            </a:fld>
            <a:endParaRPr lang="en-GB"/>
          </a:p>
        </p:txBody>
      </p:sp>
    </p:spTree>
    <p:extLst>
      <p:ext uri="{BB962C8B-B14F-4D97-AF65-F5344CB8AC3E}">
        <p14:creationId xmlns:p14="http://schemas.microsoft.com/office/powerpoint/2010/main" val="423509442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21665701" y="2278904"/>
            <a:ext cx="6528093" cy="36274211"/>
          </a:xfrm>
        </p:spPr>
        <p:txBody>
          <a:bodyPr vert="eaVert"/>
          <a:lstStyle/>
          <a:p>
            <a:r>
              <a:rPr lang="en-GB"/>
              <a:t>Click to edit Master title style</a:t>
            </a:r>
            <a:endParaRPr lang="en-US" dirty="0"/>
          </a:p>
        </p:txBody>
      </p:sp>
      <p:sp>
        <p:nvSpPr>
          <p:cNvPr id="3" name="Vertical Text Placeholder 2"/>
          <p:cNvSpPr>
            <a:spLocks noGrp="1"/>
          </p:cNvSpPr>
          <p:nvPr>
            <p:ph type="body" orient="vert" idx="1"/>
          </p:nvPr>
        </p:nvSpPr>
        <p:spPr>
          <a:xfrm>
            <a:off x="2081423" y="2278904"/>
            <a:ext cx="19205838" cy="36274211"/>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6BBBA4E1-2455-4A90-A172-8A65213DF78B}" type="datetimeFigureOut">
              <a:rPr lang="en-GB" smtClean="0"/>
              <a:t>27/10/2026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DE5FA30F-1FC1-4260-BBBD-0CF557952D4E}" type="slidenum">
              <a:rPr lang="en-GB" smtClean="0"/>
              <a:t>‹#›</a:t>
            </a:fld>
            <a:endParaRPr lang="en-GB"/>
          </a:p>
        </p:txBody>
      </p:sp>
    </p:spTree>
    <p:extLst>
      <p:ext uri="{BB962C8B-B14F-4D97-AF65-F5344CB8AC3E}">
        <p14:creationId xmlns:p14="http://schemas.microsoft.com/office/powerpoint/2010/main" val="255001449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081421" y="2278913"/>
            <a:ext cx="26112371" cy="8273416"/>
          </a:xfrm>
          <a:prstGeom prst="rect">
            <a:avLst/>
          </a:prstGeom>
        </p:spPr>
        <p:txBody>
          <a:bodyPr vert="horz" lIns="91440" tIns="45720" rIns="91440" bIns="45720" rtlCol="0" anchor="ctr">
            <a:normAutofit/>
          </a:bodyPr>
          <a:lstStyle/>
          <a:p>
            <a:r>
              <a:rPr lang="en-GB"/>
              <a:t>Click to edit Master title style</a:t>
            </a:r>
            <a:endParaRPr lang="en-US" dirty="0"/>
          </a:p>
        </p:txBody>
      </p:sp>
      <p:sp>
        <p:nvSpPr>
          <p:cNvPr id="3" name="Text Placeholder 2"/>
          <p:cNvSpPr>
            <a:spLocks noGrp="1"/>
          </p:cNvSpPr>
          <p:nvPr>
            <p:ph type="body" idx="1"/>
          </p:nvPr>
        </p:nvSpPr>
        <p:spPr>
          <a:xfrm>
            <a:off x="2081421" y="11394520"/>
            <a:ext cx="26112371" cy="27158594"/>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2"/>
          </p:nvPr>
        </p:nvSpPr>
        <p:spPr>
          <a:xfrm>
            <a:off x="2081421" y="39672756"/>
            <a:ext cx="6811923" cy="2278904"/>
          </a:xfrm>
          <a:prstGeom prst="rect">
            <a:avLst/>
          </a:prstGeom>
        </p:spPr>
        <p:txBody>
          <a:bodyPr vert="horz" lIns="91440" tIns="45720" rIns="91440" bIns="45720" rtlCol="0" anchor="ctr"/>
          <a:lstStyle>
            <a:lvl1pPr algn="l">
              <a:defRPr sz="3973">
                <a:solidFill>
                  <a:schemeClr val="tx1">
                    <a:tint val="82000"/>
                  </a:schemeClr>
                </a:solidFill>
              </a:defRPr>
            </a:lvl1pPr>
          </a:lstStyle>
          <a:p>
            <a:fld id="{6BBBA4E1-2455-4A90-A172-8A65213DF78B}" type="datetimeFigureOut">
              <a:rPr lang="en-GB" smtClean="0"/>
              <a:t>27/10/2026</a:t>
            </a:fld>
            <a:endParaRPr lang="en-GB"/>
          </a:p>
        </p:txBody>
      </p:sp>
      <p:sp>
        <p:nvSpPr>
          <p:cNvPr id="5" name="Footer Placeholder 4"/>
          <p:cNvSpPr>
            <a:spLocks noGrp="1"/>
          </p:cNvSpPr>
          <p:nvPr>
            <p:ph type="ftr" sz="quarter" idx="3"/>
          </p:nvPr>
        </p:nvSpPr>
        <p:spPr>
          <a:xfrm>
            <a:off x="10028665" y="39672756"/>
            <a:ext cx="10217884" cy="2278904"/>
          </a:xfrm>
          <a:prstGeom prst="rect">
            <a:avLst/>
          </a:prstGeom>
        </p:spPr>
        <p:txBody>
          <a:bodyPr vert="horz" lIns="91440" tIns="45720" rIns="91440" bIns="45720" rtlCol="0" anchor="ctr"/>
          <a:lstStyle>
            <a:lvl1pPr algn="ctr">
              <a:defRPr sz="3973">
                <a:solidFill>
                  <a:schemeClr val="tx1">
                    <a:tint val="82000"/>
                  </a:schemeClr>
                </a:solidFill>
              </a:defRPr>
            </a:lvl1pPr>
          </a:lstStyle>
          <a:p>
            <a:endParaRPr lang="en-GB"/>
          </a:p>
        </p:txBody>
      </p:sp>
      <p:sp>
        <p:nvSpPr>
          <p:cNvPr id="6" name="Slide Number Placeholder 5"/>
          <p:cNvSpPr>
            <a:spLocks noGrp="1"/>
          </p:cNvSpPr>
          <p:nvPr>
            <p:ph type="sldNum" sz="quarter" idx="4"/>
          </p:nvPr>
        </p:nvSpPr>
        <p:spPr>
          <a:xfrm>
            <a:off x="21381869" y="39672756"/>
            <a:ext cx="6811923" cy="2278904"/>
          </a:xfrm>
          <a:prstGeom prst="rect">
            <a:avLst/>
          </a:prstGeom>
        </p:spPr>
        <p:txBody>
          <a:bodyPr vert="horz" lIns="91440" tIns="45720" rIns="91440" bIns="45720" rtlCol="0" anchor="ctr"/>
          <a:lstStyle>
            <a:lvl1pPr algn="r">
              <a:defRPr sz="3973">
                <a:solidFill>
                  <a:schemeClr val="tx1">
                    <a:tint val="82000"/>
                  </a:schemeClr>
                </a:solidFill>
              </a:defRPr>
            </a:lvl1pPr>
          </a:lstStyle>
          <a:p>
            <a:fld id="{DE5FA30F-1FC1-4260-BBBD-0CF557952D4E}" type="slidenum">
              <a:rPr lang="en-GB" smtClean="0"/>
              <a:t>‹#›</a:t>
            </a:fld>
            <a:endParaRPr lang="en-GB"/>
          </a:p>
        </p:txBody>
      </p:sp>
    </p:spTree>
    <p:extLst>
      <p:ext uri="{BB962C8B-B14F-4D97-AF65-F5344CB8AC3E}">
        <p14:creationId xmlns:p14="http://schemas.microsoft.com/office/powerpoint/2010/main" val="2116058084"/>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3027487" rtl="0" eaLnBrk="1" latinLnBrk="0" hangingPunct="1">
        <a:lnSpc>
          <a:spcPct val="90000"/>
        </a:lnSpc>
        <a:spcBef>
          <a:spcPct val="0"/>
        </a:spcBef>
        <a:buNone/>
        <a:defRPr sz="14568" kern="1200">
          <a:solidFill>
            <a:schemeClr val="tx1"/>
          </a:solidFill>
          <a:latin typeface="+mj-lt"/>
          <a:ea typeface="+mj-ea"/>
          <a:cs typeface="+mj-cs"/>
        </a:defRPr>
      </a:lvl1pPr>
    </p:titleStyle>
    <p:bodyStyle>
      <a:lvl1pPr marL="756872" indent="-756872" algn="l" defTabSz="3027487" rtl="0" eaLnBrk="1" latinLnBrk="0" hangingPunct="1">
        <a:lnSpc>
          <a:spcPct val="90000"/>
        </a:lnSpc>
        <a:spcBef>
          <a:spcPts val="3311"/>
        </a:spcBef>
        <a:buFont typeface="Arial" panose="020B0604020202020204" pitchFamily="34" charset="0"/>
        <a:buChar char="•"/>
        <a:defRPr sz="9271" kern="1200">
          <a:solidFill>
            <a:schemeClr val="tx1"/>
          </a:solidFill>
          <a:latin typeface="+mn-lt"/>
          <a:ea typeface="+mn-ea"/>
          <a:cs typeface="+mn-cs"/>
        </a:defRPr>
      </a:lvl1pPr>
      <a:lvl2pPr marL="2270615" indent="-756872" algn="l" defTabSz="3027487" rtl="0" eaLnBrk="1" latinLnBrk="0" hangingPunct="1">
        <a:lnSpc>
          <a:spcPct val="90000"/>
        </a:lnSpc>
        <a:spcBef>
          <a:spcPts val="1655"/>
        </a:spcBef>
        <a:buFont typeface="Arial" panose="020B0604020202020204" pitchFamily="34" charset="0"/>
        <a:buChar char="•"/>
        <a:defRPr sz="7946" kern="1200">
          <a:solidFill>
            <a:schemeClr val="tx1"/>
          </a:solidFill>
          <a:latin typeface="+mn-lt"/>
          <a:ea typeface="+mn-ea"/>
          <a:cs typeface="+mn-cs"/>
        </a:defRPr>
      </a:lvl2pPr>
      <a:lvl3pPr marL="3784359" indent="-756872" algn="l" defTabSz="3027487" rtl="0" eaLnBrk="1" latinLnBrk="0" hangingPunct="1">
        <a:lnSpc>
          <a:spcPct val="90000"/>
        </a:lnSpc>
        <a:spcBef>
          <a:spcPts val="1655"/>
        </a:spcBef>
        <a:buFont typeface="Arial" panose="020B0604020202020204" pitchFamily="34" charset="0"/>
        <a:buChar char="•"/>
        <a:defRPr sz="6622" kern="1200">
          <a:solidFill>
            <a:schemeClr val="tx1"/>
          </a:solidFill>
          <a:latin typeface="+mn-lt"/>
          <a:ea typeface="+mn-ea"/>
          <a:cs typeface="+mn-cs"/>
        </a:defRPr>
      </a:lvl3pPr>
      <a:lvl4pPr marL="5298102" indent="-756872" algn="l" defTabSz="3027487" rtl="0" eaLnBrk="1" latinLnBrk="0" hangingPunct="1">
        <a:lnSpc>
          <a:spcPct val="90000"/>
        </a:lnSpc>
        <a:spcBef>
          <a:spcPts val="1655"/>
        </a:spcBef>
        <a:buFont typeface="Arial" panose="020B0604020202020204" pitchFamily="34" charset="0"/>
        <a:buChar char="•"/>
        <a:defRPr sz="5960" kern="1200">
          <a:solidFill>
            <a:schemeClr val="tx1"/>
          </a:solidFill>
          <a:latin typeface="+mn-lt"/>
          <a:ea typeface="+mn-ea"/>
          <a:cs typeface="+mn-cs"/>
        </a:defRPr>
      </a:lvl4pPr>
      <a:lvl5pPr marL="6811846" indent="-756872" algn="l" defTabSz="3027487" rtl="0" eaLnBrk="1" latinLnBrk="0" hangingPunct="1">
        <a:lnSpc>
          <a:spcPct val="90000"/>
        </a:lnSpc>
        <a:spcBef>
          <a:spcPts val="1655"/>
        </a:spcBef>
        <a:buFont typeface="Arial" panose="020B0604020202020204" pitchFamily="34" charset="0"/>
        <a:buChar char="•"/>
        <a:defRPr sz="5960" kern="1200">
          <a:solidFill>
            <a:schemeClr val="tx1"/>
          </a:solidFill>
          <a:latin typeface="+mn-lt"/>
          <a:ea typeface="+mn-ea"/>
          <a:cs typeface="+mn-cs"/>
        </a:defRPr>
      </a:lvl5pPr>
      <a:lvl6pPr marL="8325589" indent="-756872" algn="l" defTabSz="3027487" rtl="0" eaLnBrk="1" latinLnBrk="0" hangingPunct="1">
        <a:lnSpc>
          <a:spcPct val="90000"/>
        </a:lnSpc>
        <a:spcBef>
          <a:spcPts val="1655"/>
        </a:spcBef>
        <a:buFont typeface="Arial" panose="020B0604020202020204" pitchFamily="34" charset="0"/>
        <a:buChar char="•"/>
        <a:defRPr sz="5960" kern="1200">
          <a:solidFill>
            <a:schemeClr val="tx1"/>
          </a:solidFill>
          <a:latin typeface="+mn-lt"/>
          <a:ea typeface="+mn-ea"/>
          <a:cs typeface="+mn-cs"/>
        </a:defRPr>
      </a:lvl6pPr>
      <a:lvl7pPr marL="9839333" indent="-756872" algn="l" defTabSz="3027487" rtl="0" eaLnBrk="1" latinLnBrk="0" hangingPunct="1">
        <a:lnSpc>
          <a:spcPct val="90000"/>
        </a:lnSpc>
        <a:spcBef>
          <a:spcPts val="1655"/>
        </a:spcBef>
        <a:buFont typeface="Arial" panose="020B0604020202020204" pitchFamily="34" charset="0"/>
        <a:buChar char="•"/>
        <a:defRPr sz="5960" kern="1200">
          <a:solidFill>
            <a:schemeClr val="tx1"/>
          </a:solidFill>
          <a:latin typeface="+mn-lt"/>
          <a:ea typeface="+mn-ea"/>
          <a:cs typeface="+mn-cs"/>
        </a:defRPr>
      </a:lvl7pPr>
      <a:lvl8pPr marL="11353076" indent="-756872" algn="l" defTabSz="3027487" rtl="0" eaLnBrk="1" latinLnBrk="0" hangingPunct="1">
        <a:lnSpc>
          <a:spcPct val="90000"/>
        </a:lnSpc>
        <a:spcBef>
          <a:spcPts val="1655"/>
        </a:spcBef>
        <a:buFont typeface="Arial" panose="020B0604020202020204" pitchFamily="34" charset="0"/>
        <a:buChar char="•"/>
        <a:defRPr sz="5960" kern="1200">
          <a:solidFill>
            <a:schemeClr val="tx1"/>
          </a:solidFill>
          <a:latin typeface="+mn-lt"/>
          <a:ea typeface="+mn-ea"/>
          <a:cs typeface="+mn-cs"/>
        </a:defRPr>
      </a:lvl8pPr>
      <a:lvl9pPr marL="12866820" indent="-756872" algn="l" defTabSz="3027487" rtl="0" eaLnBrk="1" latinLnBrk="0" hangingPunct="1">
        <a:lnSpc>
          <a:spcPct val="90000"/>
        </a:lnSpc>
        <a:spcBef>
          <a:spcPts val="1655"/>
        </a:spcBef>
        <a:buFont typeface="Arial" panose="020B0604020202020204" pitchFamily="34" charset="0"/>
        <a:buChar char="•"/>
        <a:defRPr sz="5960" kern="1200">
          <a:solidFill>
            <a:schemeClr val="tx1"/>
          </a:solidFill>
          <a:latin typeface="+mn-lt"/>
          <a:ea typeface="+mn-ea"/>
          <a:cs typeface="+mn-cs"/>
        </a:defRPr>
      </a:lvl9pPr>
    </p:bodyStyle>
    <p:otherStyle>
      <a:defPPr>
        <a:defRPr lang="en-US"/>
      </a:defPPr>
      <a:lvl1pPr marL="0" algn="l" defTabSz="3027487" rtl="0" eaLnBrk="1" latinLnBrk="0" hangingPunct="1">
        <a:defRPr sz="5960" kern="1200">
          <a:solidFill>
            <a:schemeClr val="tx1"/>
          </a:solidFill>
          <a:latin typeface="+mn-lt"/>
          <a:ea typeface="+mn-ea"/>
          <a:cs typeface="+mn-cs"/>
        </a:defRPr>
      </a:lvl1pPr>
      <a:lvl2pPr marL="1513743" algn="l" defTabSz="3027487" rtl="0" eaLnBrk="1" latinLnBrk="0" hangingPunct="1">
        <a:defRPr sz="5960" kern="1200">
          <a:solidFill>
            <a:schemeClr val="tx1"/>
          </a:solidFill>
          <a:latin typeface="+mn-lt"/>
          <a:ea typeface="+mn-ea"/>
          <a:cs typeface="+mn-cs"/>
        </a:defRPr>
      </a:lvl2pPr>
      <a:lvl3pPr marL="3027487" algn="l" defTabSz="3027487" rtl="0" eaLnBrk="1" latinLnBrk="0" hangingPunct="1">
        <a:defRPr sz="5960" kern="1200">
          <a:solidFill>
            <a:schemeClr val="tx1"/>
          </a:solidFill>
          <a:latin typeface="+mn-lt"/>
          <a:ea typeface="+mn-ea"/>
          <a:cs typeface="+mn-cs"/>
        </a:defRPr>
      </a:lvl3pPr>
      <a:lvl4pPr marL="4541230" algn="l" defTabSz="3027487" rtl="0" eaLnBrk="1" latinLnBrk="0" hangingPunct="1">
        <a:defRPr sz="5960" kern="1200">
          <a:solidFill>
            <a:schemeClr val="tx1"/>
          </a:solidFill>
          <a:latin typeface="+mn-lt"/>
          <a:ea typeface="+mn-ea"/>
          <a:cs typeface="+mn-cs"/>
        </a:defRPr>
      </a:lvl4pPr>
      <a:lvl5pPr marL="6054974" algn="l" defTabSz="3027487" rtl="0" eaLnBrk="1" latinLnBrk="0" hangingPunct="1">
        <a:defRPr sz="5960" kern="1200">
          <a:solidFill>
            <a:schemeClr val="tx1"/>
          </a:solidFill>
          <a:latin typeface="+mn-lt"/>
          <a:ea typeface="+mn-ea"/>
          <a:cs typeface="+mn-cs"/>
        </a:defRPr>
      </a:lvl5pPr>
      <a:lvl6pPr marL="7568717" algn="l" defTabSz="3027487" rtl="0" eaLnBrk="1" latinLnBrk="0" hangingPunct="1">
        <a:defRPr sz="5960" kern="1200">
          <a:solidFill>
            <a:schemeClr val="tx1"/>
          </a:solidFill>
          <a:latin typeface="+mn-lt"/>
          <a:ea typeface="+mn-ea"/>
          <a:cs typeface="+mn-cs"/>
        </a:defRPr>
      </a:lvl6pPr>
      <a:lvl7pPr marL="9082461" algn="l" defTabSz="3027487" rtl="0" eaLnBrk="1" latinLnBrk="0" hangingPunct="1">
        <a:defRPr sz="5960" kern="1200">
          <a:solidFill>
            <a:schemeClr val="tx1"/>
          </a:solidFill>
          <a:latin typeface="+mn-lt"/>
          <a:ea typeface="+mn-ea"/>
          <a:cs typeface="+mn-cs"/>
        </a:defRPr>
      </a:lvl7pPr>
      <a:lvl8pPr marL="10596204" algn="l" defTabSz="3027487" rtl="0" eaLnBrk="1" latinLnBrk="0" hangingPunct="1">
        <a:defRPr sz="5960" kern="1200">
          <a:solidFill>
            <a:schemeClr val="tx1"/>
          </a:solidFill>
          <a:latin typeface="+mn-lt"/>
          <a:ea typeface="+mn-ea"/>
          <a:cs typeface="+mn-cs"/>
        </a:defRPr>
      </a:lvl8pPr>
      <a:lvl9pPr marL="12109948" algn="l" defTabSz="3027487" rtl="0" eaLnBrk="1" latinLnBrk="0" hangingPunct="1">
        <a:defRPr sz="596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jpg"/><Relationship Id="rId3" Type="http://schemas.openxmlformats.org/officeDocument/2006/relationships/image" Target="../media/image2.jpeg"/><Relationship Id="rId7" Type="http://schemas.openxmlformats.org/officeDocument/2006/relationships/image" Target="../media/image5.jpg"/><Relationship Id="rId2" Type="http://schemas.openxmlformats.org/officeDocument/2006/relationships/image" Target="../media/image1.jpg"/><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hyperlink" Target="https://allencoralatlas.org/"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0F9260-F682-0B44-1D72-C174796B4173}"/>
            </a:ext>
          </a:extLst>
        </p:cNvPr>
        <p:cNvGrpSpPr/>
        <p:nvPr/>
      </p:nvGrpSpPr>
      <p:grpSpPr>
        <a:xfrm>
          <a:off x="0" y="0"/>
          <a:ext cx="0" cy="0"/>
          <a:chOff x="0" y="0"/>
          <a:chExt cx="0" cy="0"/>
        </a:xfrm>
      </p:grpSpPr>
      <p:sp>
        <p:nvSpPr>
          <p:cNvPr id="36" name="Rectangle 35">
            <a:extLst>
              <a:ext uri="{FF2B5EF4-FFF2-40B4-BE49-F238E27FC236}">
                <a16:creationId xmlns:a16="http://schemas.microsoft.com/office/drawing/2014/main" id="{517B9423-E757-68E2-CE66-C338822521B2}"/>
              </a:ext>
            </a:extLst>
          </p:cNvPr>
          <p:cNvSpPr/>
          <p:nvPr/>
        </p:nvSpPr>
        <p:spPr>
          <a:xfrm>
            <a:off x="-47834" y="11419422"/>
            <a:ext cx="30323047" cy="2120052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6" name="TextBox 15">
            <a:extLst>
              <a:ext uri="{FF2B5EF4-FFF2-40B4-BE49-F238E27FC236}">
                <a16:creationId xmlns:a16="http://schemas.microsoft.com/office/drawing/2014/main" id="{FE3D8B9D-0F3E-D6A3-79D7-8995F06B1C5B}"/>
              </a:ext>
            </a:extLst>
          </p:cNvPr>
          <p:cNvSpPr txBox="1"/>
          <p:nvPr/>
        </p:nvSpPr>
        <p:spPr>
          <a:xfrm rot="10800000" flipV="1">
            <a:off x="728386" y="13649925"/>
            <a:ext cx="2282337" cy="2308324"/>
          </a:xfrm>
          <a:prstGeom prst="rect">
            <a:avLst/>
          </a:prstGeom>
          <a:solidFill>
            <a:schemeClr val="bg1"/>
          </a:solidFill>
          <a:ln w="3175">
            <a:solidFill>
              <a:schemeClr val="tx1"/>
            </a:solidFill>
          </a:ln>
        </p:spPr>
        <p:txBody>
          <a:bodyPr wrap="square">
            <a:spAutoFit/>
          </a:bodyPr>
          <a:lstStyle/>
          <a:p>
            <a:r>
              <a:rPr lang="en-GB" sz="2400" dirty="0">
                <a:latin typeface="Yu Gothic UI Light" panose="020B0300000000000000" pitchFamily="34" charset="-128"/>
                <a:ea typeface="Yu Gothic UI Light" panose="020B0300000000000000" pitchFamily="34" charset="-128"/>
              </a:rPr>
              <a:t>No sites have low dist. MPA &amp; low CPUE.</a:t>
            </a:r>
            <a:br>
              <a:rPr lang="en-GB" sz="2400" dirty="0">
                <a:latin typeface="Yu Gothic UI Light" panose="020B0300000000000000" pitchFamily="34" charset="-128"/>
                <a:ea typeface="Yu Gothic UI Light" panose="020B0300000000000000" pitchFamily="34" charset="-128"/>
              </a:rPr>
            </a:br>
            <a:r>
              <a:rPr lang="en-GB" sz="2400" dirty="0">
                <a:latin typeface="Yu Gothic UI Light" panose="020B0300000000000000" pitchFamily="34" charset="-128"/>
                <a:ea typeface="Yu Gothic UI Light" panose="020B0300000000000000" pitchFamily="34" charset="-128"/>
              </a:rPr>
              <a:t>Legend matrix colours marked with </a:t>
            </a:r>
            <a:r>
              <a:rPr lang="az-Cyrl-AZ" sz="2400" dirty="0">
                <a:latin typeface="Yu Gothic UI Light" panose="020B0300000000000000" pitchFamily="34" charset="-128"/>
                <a:ea typeface="Yu Gothic UI Light" panose="020B0300000000000000" pitchFamily="34" charset="-128"/>
              </a:rPr>
              <a:t>Ж</a:t>
            </a:r>
            <a:endParaRPr lang="en-GB" sz="2400" dirty="0">
              <a:latin typeface="Yu Gothic UI Light" panose="020B0300000000000000" pitchFamily="34" charset="-128"/>
              <a:ea typeface="Yu Gothic UI Light" panose="020B0300000000000000" pitchFamily="34" charset="-128"/>
            </a:endParaRPr>
          </a:p>
        </p:txBody>
      </p:sp>
      <p:sp>
        <p:nvSpPr>
          <p:cNvPr id="66" name="Rectangle 65">
            <a:extLst>
              <a:ext uri="{FF2B5EF4-FFF2-40B4-BE49-F238E27FC236}">
                <a16:creationId xmlns:a16="http://schemas.microsoft.com/office/drawing/2014/main" id="{2A0203DA-CD96-61A4-FF71-3099DA6516B8}"/>
              </a:ext>
            </a:extLst>
          </p:cNvPr>
          <p:cNvSpPr/>
          <p:nvPr/>
        </p:nvSpPr>
        <p:spPr>
          <a:xfrm>
            <a:off x="26312003" y="13067195"/>
            <a:ext cx="3074098" cy="4971168"/>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t>00</a:t>
            </a:r>
          </a:p>
        </p:txBody>
      </p:sp>
      <p:sp>
        <p:nvSpPr>
          <p:cNvPr id="32" name="Rectangle 31">
            <a:extLst>
              <a:ext uri="{FF2B5EF4-FFF2-40B4-BE49-F238E27FC236}">
                <a16:creationId xmlns:a16="http://schemas.microsoft.com/office/drawing/2014/main" id="{0AA44FD3-6FAD-C3CA-A8A7-334524C3C0A4}"/>
              </a:ext>
            </a:extLst>
          </p:cNvPr>
          <p:cNvSpPr/>
          <p:nvPr/>
        </p:nvSpPr>
        <p:spPr>
          <a:xfrm>
            <a:off x="-35092" y="39561943"/>
            <a:ext cx="30310305" cy="329320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8" name="Picture 7">
            <a:extLst>
              <a:ext uri="{FF2B5EF4-FFF2-40B4-BE49-F238E27FC236}">
                <a16:creationId xmlns:a16="http://schemas.microsoft.com/office/drawing/2014/main" id="{2F73F50B-3AD2-8DDF-B480-5EFE3BAB83EC}"/>
              </a:ext>
            </a:extLst>
          </p:cNvPr>
          <p:cNvPicPr>
            <a:picLocks noChangeAspect="1"/>
          </p:cNvPicPr>
          <p:nvPr/>
        </p:nvPicPr>
        <p:blipFill>
          <a:blip r:embed="rId2">
            <a:extLst>
              <a:ext uri="{28A0092B-C50C-407E-A947-70E740481C1C}">
                <a14:useLocalDpi xmlns:a14="http://schemas.microsoft.com/office/drawing/2010/main" val="0"/>
              </a:ext>
            </a:extLst>
          </a:blip>
          <a:srcRect l="38237" t="16173" r="13145" b="33351"/>
          <a:stretch>
            <a:fillRect/>
          </a:stretch>
        </p:blipFill>
        <p:spPr>
          <a:xfrm>
            <a:off x="-19050" y="3414640"/>
            <a:ext cx="8324892" cy="8026767"/>
          </a:xfrm>
          <a:prstGeom prst="rect">
            <a:avLst/>
          </a:prstGeom>
        </p:spPr>
      </p:pic>
      <p:sp>
        <p:nvSpPr>
          <p:cNvPr id="6" name="Rectangle 5">
            <a:extLst>
              <a:ext uri="{FF2B5EF4-FFF2-40B4-BE49-F238E27FC236}">
                <a16:creationId xmlns:a16="http://schemas.microsoft.com/office/drawing/2014/main" id="{B32BEAB6-F35F-1A74-516D-5BB06AD3503C}"/>
              </a:ext>
            </a:extLst>
          </p:cNvPr>
          <p:cNvSpPr/>
          <p:nvPr/>
        </p:nvSpPr>
        <p:spPr>
          <a:xfrm>
            <a:off x="-35093" y="-51390"/>
            <a:ext cx="30310305" cy="350184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 name="TextBox 2">
            <a:extLst>
              <a:ext uri="{FF2B5EF4-FFF2-40B4-BE49-F238E27FC236}">
                <a16:creationId xmlns:a16="http://schemas.microsoft.com/office/drawing/2014/main" id="{118E7BC7-813D-9B86-6E1B-3184F4933CD1}"/>
              </a:ext>
            </a:extLst>
          </p:cNvPr>
          <p:cNvSpPr txBox="1"/>
          <p:nvPr/>
        </p:nvSpPr>
        <p:spPr>
          <a:xfrm>
            <a:off x="2712479" y="87979"/>
            <a:ext cx="24791136" cy="2093137"/>
          </a:xfrm>
          <a:prstGeom prst="rect">
            <a:avLst/>
          </a:prstGeom>
          <a:noFill/>
        </p:spPr>
        <p:txBody>
          <a:bodyPr wrap="square">
            <a:spAutoFit/>
          </a:bodyPr>
          <a:lstStyle/>
          <a:p>
            <a:pPr eaLnBrk="1" hangingPunct="1">
              <a:lnSpc>
                <a:spcPct val="90000"/>
              </a:lnSpc>
              <a:defRPr/>
            </a:pPr>
            <a:r>
              <a:rPr lang="en-GB" sz="7200" b="1" dirty="0">
                <a:solidFill>
                  <a:schemeClr val="bg1">
                    <a:lumMod val="85000"/>
                  </a:schemeClr>
                </a:solidFill>
                <a:latin typeface="Yu Gothic UI Semibold" panose="020B0700000000000000" pitchFamily="34" charset="-128"/>
                <a:ea typeface="Yu Gothic UI Semibold" panose="020B0700000000000000" pitchFamily="34" charset="-128"/>
              </a:rPr>
              <a:t>Scalable exploratory spatial analysis pipeline for sea turtle monitoring across Maldives: A case study in Laamu atoll</a:t>
            </a:r>
            <a:endParaRPr lang="en-US" sz="47400" b="1" dirty="0">
              <a:ln>
                <a:solidFill>
                  <a:schemeClr val="bg1"/>
                </a:solidFill>
              </a:ln>
              <a:solidFill>
                <a:schemeClr val="bg1">
                  <a:lumMod val="85000"/>
                </a:schemeClr>
              </a:solidFill>
              <a:latin typeface="Yu Gothic UI Semibold" panose="020B0700000000000000" pitchFamily="34" charset="-128"/>
              <a:ea typeface="Yu Gothic UI Semibold" panose="020B0700000000000000" pitchFamily="34" charset="-128"/>
              <a:cs typeface="Avenir Heavy"/>
            </a:endParaRPr>
          </a:p>
        </p:txBody>
      </p:sp>
      <p:sp>
        <p:nvSpPr>
          <p:cNvPr id="5" name="TextBox 4">
            <a:extLst>
              <a:ext uri="{FF2B5EF4-FFF2-40B4-BE49-F238E27FC236}">
                <a16:creationId xmlns:a16="http://schemas.microsoft.com/office/drawing/2014/main" id="{CD32F45D-1F6A-49FA-2539-5B5BDE92F3BA}"/>
              </a:ext>
            </a:extLst>
          </p:cNvPr>
          <p:cNvSpPr txBox="1"/>
          <p:nvPr/>
        </p:nvSpPr>
        <p:spPr>
          <a:xfrm>
            <a:off x="1277747" y="2020511"/>
            <a:ext cx="27660600" cy="1431161"/>
          </a:xfrm>
          <a:prstGeom prst="rect">
            <a:avLst/>
          </a:prstGeom>
          <a:noFill/>
        </p:spPr>
        <p:txBody>
          <a:bodyPr wrap="square">
            <a:spAutoFit/>
          </a:bodyPr>
          <a:lstStyle/>
          <a:p>
            <a:pPr algn="ctr" eaLnBrk="1" hangingPunct="1">
              <a:spcBef>
                <a:spcPct val="50000"/>
              </a:spcBef>
              <a:spcAft>
                <a:spcPts val="600"/>
              </a:spcAft>
              <a:buFontTx/>
              <a:buNone/>
            </a:pPr>
            <a:r>
              <a:rPr lang="en-US" altLang="en-US" sz="4000" dirty="0">
                <a:solidFill>
                  <a:schemeClr val="bg1">
                    <a:lumMod val="85000"/>
                  </a:schemeClr>
                </a:solidFill>
                <a:latin typeface="Yu Gothic UI Light" panose="020B0300000000000000" pitchFamily="34" charset="-128"/>
                <a:ea typeface="Yu Gothic UI Light" panose="020B0300000000000000" pitchFamily="34" charset="-128"/>
              </a:rPr>
              <a:t>Jane R. Lloyd</a:t>
            </a:r>
            <a:r>
              <a:rPr lang="en-US" altLang="en-US" sz="4000" dirty="0">
                <a:solidFill>
                  <a:schemeClr val="bg1">
                    <a:lumMod val="85000"/>
                  </a:schemeClr>
                </a:solidFill>
                <a:latin typeface="Yu Gothic UI Light" panose="020B0300000000000000" pitchFamily="34" charset="-128"/>
                <a:ea typeface="Yu Gothic UI Light" panose="020B0300000000000000" pitchFamily="34" charset="-128"/>
                <a:cs typeface="Times New Roman" panose="02020603050405020304" pitchFamily="18" charset="0"/>
              </a:rPr>
              <a:t>¹ʼ², Stephanie Köhnk² &amp; Robert McNabb¹ </a:t>
            </a:r>
          </a:p>
          <a:p>
            <a:pPr algn="ctr" eaLnBrk="1" hangingPunct="1">
              <a:spcBef>
                <a:spcPct val="50000"/>
              </a:spcBef>
              <a:spcAft>
                <a:spcPts val="600"/>
              </a:spcAft>
              <a:buFontTx/>
              <a:buNone/>
            </a:pPr>
            <a:r>
              <a:rPr lang="en-US" altLang="en-US" sz="2800" dirty="0">
                <a:solidFill>
                  <a:schemeClr val="bg1">
                    <a:lumMod val="85000"/>
                  </a:schemeClr>
                </a:solidFill>
                <a:latin typeface="Yu Gothic UI Light" panose="020B0300000000000000" pitchFamily="34" charset="-128"/>
                <a:ea typeface="Yu Gothic UI Light" panose="020B0300000000000000" pitchFamily="34" charset="-128"/>
                <a:cs typeface="Times New Roman" panose="02020603050405020304" pitchFamily="18" charset="0"/>
              </a:rPr>
              <a:t>Ulster University¹ &amp; Olive Ridley Project²</a:t>
            </a:r>
          </a:p>
        </p:txBody>
      </p:sp>
      <p:sp>
        <p:nvSpPr>
          <p:cNvPr id="10" name="TextBox 9">
            <a:extLst>
              <a:ext uri="{FF2B5EF4-FFF2-40B4-BE49-F238E27FC236}">
                <a16:creationId xmlns:a16="http://schemas.microsoft.com/office/drawing/2014/main" id="{1C2AE3D3-CB82-0CF3-E773-FAC6EE9F39B7}"/>
              </a:ext>
            </a:extLst>
          </p:cNvPr>
          <p:cNvSpPr txBox="1"/>
          <p:nvPr/>
        </p:nvSpPr>
        <p:spPr>
          <a:xfrm>
            <a:off x="8603584" y="3450451"/>
            <a:ext cx="9441601" cy="7786747"/>
          </a:xfrm>
          <a:prstGeom prst="rect">
            <a:avLst/>
          </a:prstGeom>
          <a:noFill/>
        </p:spPr>
        <p:txBody>
          <a:bodyPr wrap="square">
            <a:spAutoFit/>
          </a:bodyPr>
          <a:lstStyle/>
          <a:p>
            <a:pPr algn="ctr"/>
            <a:r>
              <a:rPr lang="en-GB" sz="6600" b="1" u="sng" dirty="0">
                <a:latin typeface="Yu Gothic UI Semibold" panose="020B0700000000000000" pitchFamily="34" charset="-128"/>
                <a:ea typeface="Yu Gothic UI Semibold" panose="020B0700000000000000" pitchFamily="34" charset="-128"/>
              </a:rPr>
              <a:t>INTRODUCTION</a:t>
            </a:r>
          </a:p>
          <a:p>
            <a:pPr algn="ctr"/>
            <a:endParaRPr lang="en-GB" sz="2000" b="1" u="sng" dirty="0">
              <a:latin typeface="Yu Gothic UI Light" panose="020B0300000000000000" pitchFamily="34" charset="-128"/>
              <a:ea typeface="Yu Gothic UI Light" panose="020B0300000000000000" pitchFamily="34" charset="-128"/>
            </a:endParaRPr>
          </a:p>
          <a:p>
            <a:pPr marL="457200" indent="-457200" rtl="0">
              <a:buFont typeface="Arial" panose="020B0604020202020204" pitchFamily="34" charset="0"/>
              <a:buChar char="•"/>
            </a:pPr>
            <a:r>
              <a:rPr lang="en-GB" sz="2800" dirty="0">
                <a:latin typeface="Yu Gothic UI Light" panose="020B0300000000000000" pitchFamily="34" charset="-128"/>
                <a:ea typeface="Yu Gothic UI Light" panose="020B0300000000000000" pitchFamily="34" charset="-128"/>
              </a:rPr>
              <a:t>This study uses</a:t>
            </a:r>
            <a:r>
              <a:rPr lang="en-GB" sz="2800" i="0" dirty="0">
                <a:solidFill>
                  <a:schemeClr val="tx1"/>
                </a:solidFill>
                <a:effectLst/>
                <a:latin typeface="Yu Gothic UI Light" panose="020B0300000000000000" pitchFamily="34" charset="-128"/>
                <a:ea typeface="Yu Gothic UI Light" panose="020B0300000000000000" pitchFamily="34" charset="-128"/>
              </a:rPr>
              <a:t> spatial and temporal data from 1990-2024 of photo-identified green (n18131) and </a:t>
            </a:r>
            <a:r>
              <a:rPr lang="en-GB" sz="2800" dirty="0">
                <a:latin typeface="Yu Gothic UI Light" panose="020B0300000000000000" pitchFamily="34" charset="-128"/>
                <a:ea typeface="Yu Gothic UI Light" panose="020B0300000000000000" pitchFamily="34" charset="-128"/>
              </a:rPr>
              <a:t>hawksbill (n31179) </a:t>
            </a:r>
            <a:r>
              <a:rPr lang="en-GB" sz="2800" i="0" dirty="0">
                <a:solidFill>
                  <a:schemeClr val="tx1"/>
                </a:solidFill>
                <a:effectLst/>
                <a:latin typeface="Yu Gothic UI Light" panose="020B0300000000000000" pitchFamily="34" charset="-128"/>
                <a:ea typeface="Yu Gothic UI Light" panose="020B0300000000000000" pitchFamily="34" charset="-128"/>
              </a:rPr>
              <a:t>turtles from in-water encounters from ORP surveys and citizen scientist submissions (Hudgins et al 2023). </a:t>
            </a:r>
          </a:p>
          <a:p>
            <a:pPr marL="457200" indent="-457200" rtl="0">
              <a:buFont typeface="Arial" panose="020B0604020202020204" pitchFamily="34" charset="0"/>
              <a:buChar char="•"/>
            </a:pPr>
            <a:endParaRPr lang="en-GB" sz="2000" dirty="0">
              <a:latin typeface="Yu Gothic UI Light" panose="020B0300000000000000" pitchFamily="34" charset="-128"/>
              <a:ea typeface="Yu Gothic UI Light" panose="020B0300000000000000" pitchFamily="34" charset="-128"/>
            </a:endParaRPr>
          </a:p>
          <a:p>
            <a:pPr marL="457200" indent="-457200" rtl="0">
              <a:buFont typeface="Arial" panose="020B0604020202020204" pitchFamily="34" charset="0"/>
              <a:buChar char="•"/>
            </a:pPr>
            <a:endParaRPr lang="en-GB" sz="2000" dirty="0">
              <a:latin typeface="Yu Gothic UI Light" panose="020B0300000000000000" pitchFamily="34" charset="-128"/>
              <a:ea typeface="Yu Gothic UI Light" panose="020B0300000000000000" pitchFamily="34" charset="-128"/>
            </a:endParaRPr>
          </a:p>
          <a:p>
            <a:pPr marL="457200" indent="-457200" rtl="0">
              <a:buFont typeface="Arial" panose="020B0604020202020204" pitchFamily="34" charset="0"/>
              <a:buChar char="•"/>
            </a:pPr>
            <a:r>
              <a:rPr lang="en-GB" sz="2800" i="0" dirty="0">
                <a:solidFill>
                  <a:schemeClr val="tx1"/>
                </a:solidFill>
                <a:effectLst/>
                <a:latin typeface="Yu Gothic UI Light" panose="020B0300000000000000" pitchFamily="34" charset="-128"/>
                <a:ea typeface="Yu Gothic UI Light" panose="020B0300000000000000" pitchFamily="34" charset="-128"/>
              </a:rPr>
              <a:t>To</a:t>
            </a:r>
            <a:r>
              <a:rPr lang="en-GB" sz="2800" dirty="0">
                <a:latin typeface="Yu Gothic UI Light" panose="020B0300000000000000" pitchFamily="34" charset="-128"/>
                <a:ea typeface="Yu Gothic UI Light" panose="020B0300000000000000" pitchFamily="34" charset="-128"/>
              </a:rPr>
              <a:t> c</a:t>
            </a:r>
            <a:r>
              <a:rPr lang="en-GB" sz="2800" i="0" dirty="0">
                <a:solidFill>
                  <a:schemeClr val="tx1"/>
                </a:solidFill>
                <a:effectLst/>
                <a:latin typeface="Yu Gothic UI Light" panose="020B0300000000000000" pitchFamily="34" charset="-128"/>
                <a:ea typeface="Yu Gothic UI Light" panose="020B0300000000000000" pitchFamily="34" charset="-128"/>
              </a:rPr>
              <a:t>reat</a:t>
            </a:r>
            <a:r>
              <a:rPr lang="en-GB" sz="2800" dirty="0">
                <a:latin typeface="Yu Gothic UI Light" panose="020B0300000000000000" pitchFamily="34" charset="-128"/>
                <a:ea typeface="Yu Gothic UI Light" panose="020B0300000000000000" pitchFamily="34" charset="-128"/>
              </a:rPr>
              <a:t>e</a:t>
            </a:r>
            <a:r>
              <a:rPr lang="en-GB" sz="2800" i="0" dirty="0">
                <a:solidFill>
                  <a:schemeClr val="tx1"/>
                </a:solidFill>
                <a:effectLst/>
                <a:latin typeface="Yu Gothic UI Light" panose="020B0300000000000000" pitchFamily="34" charset="-128"/>
                <a:ea typeface="Yu Gothic UI Light" panose="020B0300000000000000" pitchFamily="34" charset="-128"/>
              </a:rPr>
              <a:t> a repeatable plug and go Exploratory Spatial Data Analysis (ESDA) pipeline using Arc.py and ArcGIS Pro. </a:t>
            </a:r>
          </a:p>
          <a:p>
            <a:pPr marL="457200" indent="-457200" rtl="0">
              <a:buFont typeface="Arial" panose="020B0604020202020204" pitchFamily="34" charset="0"/>
              <a:buChar char="•"/>
            </a:pPr>
            <a:endParaRPr lang="en-GB" sz="2000" dirty="0">
              <a:effectLst/>
              <a:latin typeface="Yu Gothic UI Light" panose="020B0300000000000000" pitchFamily="34" charset="-128"/>
              <a:ea typeface="Yu Gothic UI Light" panose="020B0300000000000000" pitchFamily="34" charset="-128"/>
            </a:endParaRPr>
          </a:p>
          <a:p>
            <a:pPr marL="457200" indent="-457200" rtl="0">
              <a:buFont typeface="Arial" panose="020B0604020202020204" pitchFamily="34" charset="0"/>
              <a:buChar char="•"/>
            </a:pPr>
            <a:endParaRPr lang="en-GB" sz="2000" dirty="0">
              <a:effectLst/>
              <a:latin typeface="Yu Gothic UI Light" panose="020B0300000000000000" pitchFamily="34" charset="-128"/>
              <a:ea typeface="Yu Gothic UI Light" panose="020B0300000000000000" pitchFamily="34" charset="-128"/>
            </a:endParaRPr>
          </a:p>
          <a:p>
            <a:pPr marL="457200" indent="-457200" rtl="0">
              <a:buFont typeface="Arial" panose="020B0604020202020204" pitchFamily="34" charset="0"/>
              <a:buChar char="•"/>
            </a:pPr>
            <a:r>
              <a:rPr lang="en-GB" sz="2800" i="0" dirty="0">
                <a:solidFill>
                  <a:schemeClr val="tx1"/>
                </a:solidFill>
                <a:effectLst/>
                <a:latin typeface="Yu Gothic UI Light" panose="020B0300000000000000" pitchFamily="34" charset="-128"/>
                <a:ea typeface="Yu Gothic UI Light" panose="020B0300000000000000" pitchFamily="34" charset="-128"/>
              </a:rPr>
              <a:t>Focused on Laamu atoll as a case study because </a:t>
            </a:r>
          </a:p>
          <a:p>
            <a:pPr rtl="0"/>
            <a:r>
              <a:rPr lang="en-GB" sz="2800" i="0" dirty="0">
                <a:solidFill>
                  <a:schemeClr val="tx1"/>
                </a:solidFill>
                <a:effectLst/>
                <a:latin typeface="Yu Gothic UI Light" panose="020B0300000000000000" pitchFamily="34" charset="-128"/>
                <a:ea typeface="Yu Gothic UI Light" panose="020B0300000000000000" pitchFamily="34" charset="-128"/>
              </a:rPr>
              <a:t>     of the consistent data quality including survey effort time.</a:t>
            </a:r>
            <a:endParaRPr lang="en-GB" sz="2800" dirty="0">
              <a:effectLst/>
              <a:latin typeface="Yu Gothic UI Light" panose="020B0300000000000000" pitchFamily="34" charset="-128"/>
              <a:ea typeface="Yu Gothic UI Light" panose="020B0300000000000000" pitchFamily="34" charset="-128"/>
            </a:endParaRPr>
          </a:p>
          <a:p>
            <a:pPr marL="457200" indent="-457200" rtl="0">
              <a:buFont typeface="Arial" panose="020B0604020202020204" pitchFamily="34" charset="0"/>
              <a:buChar char="•"/>
            </a:pPr>
            <a:endParaRPr lang="en-GB" sz="2000" i="0" dirty="0">
              <a:solidFill>
                <a:schemeClr val="tx1"/>
              </a:solidFill>
              <a:effectLst/>
              <a:latin typeface="Yu Gothic UI Light" panose="020B0300000000000000" pitchFamily="34" charset="-128"/>
              <a:ea typeface="Yu Gothic UI Light" panose="020B0300000000000000" pitchFamily="34" charset="-128"/>
            </a:endParaRPr>
          </a:p>
          <a:p>
            <a:pPr marL="457200" indent="-457200" rtl="0">
              <a:buFont typeface="Arial" panose="020B0604020202020204" pitchFamily="34" charset="0"/>
              <a:buChar char="•"/>
            </a:pPr>
            <a:endParaRPr lang="en-GB" sz="2000" i="0" dirty="0">
              <a:solidFill>
                <a:schemeClr val="tx1"/>
              </a:solidFill>
              <a:effectLst/>
              <a:latin typeface="Yu Gothic UI Light" panose="020B0300000000000000" pitchFamily="34" charset="-128"/>
              <a:ea typeface="Yu Gothic UI Light" panose="020B0300000000000000" pitchFamily="34" charset="-128"/>
            </a:endParaRPr>
          </a:p>
          <a:p>
            <a:pPr marL="457200" indent="-457200">
              <a:buFont typeface="Arial" panose="020B0604020202020204" pitchFamily="34" charset="0"/>
              <a:buChar char="•"/>
            </a:pPr>
            <a:r>
              <a:rPr lang="en-GB" sz="2800" dirty="0">
                <a:latin typeface="Yu Gothic UI Light" panose="020B0300000000000000" pitchFamily="34" charset="-128"/>
                <a:ea typeface="Yu Gothic UI Light" panose="020B0300000000000000" pitchFamily="34" charset="-128"/>
              </a:rPr>
              <a:t>The ESDA pipeline </a:t>
            </a:r>
            <a:r>
              <a:rPr lang="en-GB" sz="2800" u="sng" dirty="0">
                <a:latin typeface="Yu Gothic UI Light" panose="020B0300000000000000" pitchFamily="34" charset="-128"/>
                <a:ea typeface="Yu Gothic UI Light" panose="020B0300000000000000" pitchFamily="34" charset="-128"/>
              </a:rPr>
              <a:t>considers sea turtles</a:t>
            </a:r>
            <a:r>
              <a:rPr lang="en-GB" sz="2800" i="0" u="sng" dirty="0">
                <a:solidFill>
                  <a:schemeClr val="tx1"/>
                </a:solidFill>
                <a:effectLst/>
                <a:latin typeface="Yu Gothic UI Light" panose="020B0300000000000000" pitchFamily="34" charset="-128"/>
                <a:ea typeface="Yu Gothic UI Light" panose="020B0300000000000000" pitchFamily="34" charset="-128"/>
              </a:rPr>
              <a:t> in their primary habitat for informed conservation management </a:t>
            </a:r>
            <a:r>
              <a:rPr lang="en-GB" sz="2800" i="0" dirty="0">
                <a:solidFill>
                  <a:schemeClr val="tx1"/>
                </a:solidFill>
                <a:effectLst/>
                <a:latin typeface="Yu Gothic UI Light" panose="020B0300000000000000" pitchFamily="34" charset="-128"/>
                <a:ea typeface="Yu Gothic UI Light" panose="020B0300000000000000" pitchFamily="34" charset="-128"/>
              </a:rPr>
              <a:t>decisions.</a:t>
            </a:r>
          </a:p>
        </p:txBody>
      </p:sp>
      <p:sp>
        <p:nvSpPr>
          <p:cNvPr id="12" name="TextBox 11">
            <a:extLst>
              <a:ext uri="{FF2B5EF4-FFF2-40B4-BE49-F238E27FC236}">
                <a16:creationId xmlns:a16="http://schemas.microsoft.com/office/drawing/2014/main" id="{DF3B5197-A18C-6A95-7108-DE4EAB91C02C}"/>
              </a:ext>
            </a:extLst>
          </p:cNvPr>
          <p:cNvSpPr txBox="1"/>
          <p:nvPr/>
        </p:nvSpPr>
        <p:spPr>
          <a:xfrm>
            <a:off x="18417124" y="3429317"/>
            <a:ext cx="11486149" cy="8063746"/>
          </a:xfrm>
          <a:prstGeom prst="rect">
            <a:avLst/>
          </a:prstGeom>
          <a:noFill/>
        </p:spPr>
        <p:txBody>
          <a:bodyPr wrap="square">
            <a:spAutoFit/>
          </a:bodyPr>
          <a:lstStyle/>
          <a:p>
            <a:pPr algn="ctr"/>
            <a:r>
              <a:rPr lang="en-GB" sz="6600" b="1" u="sng" dirty="0">
                <a:latin typeface="Yu Gothic UI Semibold" panose="020B0700000000000000" pitchFamily="34" charset="-128"/>
                <a:ea typeface="Yu Gothic UI Semibold" panose="020B0700000000000000" pitchFamily="34" charset="-128"/>
              </a:rPr>
              <a:t>METHODS</a:t>
            </a:r>
          </a:p>
          <a:p>
            <a:pPr marL="457200" lvl="0" indent="-457200" algn="just" rtl="0">
              <a:buFont typeface="Arial" panose="020B0604020202020204" pitchFamily="34" charset="0"/>
              <a:buChar char="•"/>
            </a:pPr>
            <a:endParaRPr lang="en-GB" sz="2000" i="0" dirty="0">
              <a:solidFill>
                <a:schemeClr val="tx1"/>
              </a:solidFill>
              <a:effectLst/>
              <a:latin typeface="Yu Gothic UI Light" panose="020B0300000000000000" pitchFamily="34" charset="-128"/>
              <a:ea typeface="Yu Gothic UI Light" panose="020B0300000000000000" pitchFamily="34" charset="-128"/>
            </a:endParaRPr>
          </a:p>
          <a:p>
            <a:pPr marL="457200" indent="-457200">
              <a:buFont typeface="Arial" panose="020B0604020202020204" pitchFamily="34" charset="0"/>
              <a:buChar char="•"/>
            </a:pPr>
            <a:r>
              <a:rPr lang="en-GB" sz="2800" i="0" dirty="0">
                <a:solidFill>
                  <a:schemeClr val="tx1"/>
                </a:solidFill>
                <a:effectLst/>
                <a:latin typeface="Yu Gothic UI Light" panose="020B0300000000000000" pitchFamily="34" charset="-128"/>
                <a:ea typeface="Yu Gothic UI Light" panose="020B0300000000000000" pitchFamily="34" charset="-128"/>
              </a:rPr>
              <a:t>The capture per unit effort (CPUE) was calculated daily for each site </a:t>
            </a:r>
            <a:r>
              <a:rPr lang="en-GB" sz="2800" dirty="0">
                <a:latin typeface="Yu Gothic UI Light" panose="020B0300000000000000" pitchFamily="34" charset="-128"/>
                <a:ea typeface="Yu Gothic UI Light" panose="020B0300000000000000" pitchFamily="34" charset="-128"/>
              </a:rPr>
              <a:t>surveyed in</a:t>
            </a:r>
            <a:r>
              <a:rPr lang="en-GB" sz="2800" i="0" dirty="0">
                <a:solidFill>
                  <a:schemeClr val="tx1"/>
                </a:solidFill>
                <a:effectLst/>
                <a:latin typeface="Yu Gothic UI Light" panose="020B0300000000000000" pitchFamily="34" charset="-128"/>
                <a:ea typeface="Yu Gothic UI Light" panose="020B0300000000000000" pitchFamily="34" charset="-128"/>
              </a:rPr>
              <a:t> Laamu atoll </a:t>
            </a:r>
            <a:r>
              <a:rPr lang="en-GB" sz="2400" i="1" dirty="0">
                <a:latin typeface="Yu Gothic UI Light" panose="020B0300000000000000" pitchFamily="34" charset="-128"/>
                <a:ea typeface="Yu Gothic UI Light" panose="020B0300000000000000" pitchFamily="34" charset="-128"/>
              </a:rPr>
              <a:t>(total number of turtles / total survey time)*60)</a:t>
            </a:r>
            <a:r>
              <a:rPr lang="en-GB" sz="2400" dirty="0">
                <a:latin typeface="Yu Gothic UI Light" panose="020B0300000000000000" pitchFamily="34" charset="-128"/>
                <a:ea typeface="Yu Gothic UI Light" panose="020B0300000000000000" pitchFamily="34" charset="-128"/>
              </a:rPr>
              <a:t>. </a:t>
            </a:r>
          </a:p>
          <a:p>
            <a:r>
              <a:rPr lang="en-GB" sz="2400" dirty="0">
                <a:latin typeface="Yu Gothic UI Light" panose="020B0300000000000000" pitchFamily="34" charset="-128"/>
                <a:ea typeface="Yu Gothic UI Light" panose="020B0300000000000000" pitchFamily="34" charset="-128"/>
              </a:rPr>
              <a:t>	</a:t>
            </a:r>
            <a:r>
              <a:rPr lang="en-GB" sz="2800" dirty="0">
                <a:latin typeface="Yu Gothic UI Light" panose="020B0300000000000000" pitchFamily="34" charset="-128"/>
                <a:ea typeface="Yu Gothic UI Light" panose="020B0300000000000000" pitchFamily="34" charset="-128"/>
              </a:rPr>
              <a:t>This subset consists of 1416 green, 833 hawkbill turtles and 48 surveys 	with no turtle sightings. </a:t>
            </a:r>
          </a:p>
          <a:p>
            <a:pPr marL="457200" indent="-457200">
              <a:buFont typeface="Arial" panose="020B0604020202020204" pitchFamily="34" charset="0"/>
              <a:buChar char="•"/>
            </a:pPr>
            <a:endParaRPr lang="en-GB" sz="2000" i="0" dirty="0">
              <a:solidFill>
                <a:schemeClr val="tx1"/>
              </a:solidFill>
              <a:effectLst/>
              <a:latin typeface="Yu Gothic UI Light" panose="020B0300000000000000" pitchFamily="34" charset="-128"/>
              <a:ea typeface="Yu Gothic UI Light" panose="020B0300000000000000" pitchFamily="34" charset="-128"/>
            </a:endParaRPr>
          </a:p>
          <a:p>
            <a:pPr marL="457200" indent="-457200">
              <a:buFont typeface="Arial" panose="020B0604020202020204" pitchFamily="34" charset="0"/>
              <a:buChar char="•"/>
            </a:pPr>
            <a:r>
              <a:rPr lang="en-GB" sz="2800" i="0" dirty="0">
                <a:solidFill>
                  <a:schemeClr val="tx1"/>
                </a:solidFill>
                <a:effectLst/>
                <a:latin typeface="Yu Gothic UI Light" panose="020B0300000000000000" pitchFamily="34" charset="-128"/>
                <a:ea typeface="Yu Gothic UI Light" panose="020B0300000000000000" pitchFamily="34" charset="-128"/>
              </a:rPr>
              <a:t>Secondary datasets used include; Maldives OneMap Marine Protected Areas (MPAs) and Allen Corel Atlas Coral and seagrass extents.</a:t>
            </a:r>
            <a:endParaRPr lang="en-GB" sz="2800" dirty="0">
              <a:effectLst/>
              <a:latin typeface="Yu Gothic UI Light" panose="020B0300000000000000" pitchFamily="34" charset="-128"/>
              <a:ea typeface="Yu Gothic UI Light" panose="020B0300000000000000" pitchFamily="34" charset="-128"/>
            </a:endParaRPr>
          </a:p>
          <a:p>
            <a:pPr marL="457200" lvl="0" indent="-457200" rtl="0">
              <a:buFont typeface="Arial" panose="020B0604020202020204" pitchFamily="34" charset="0"/>
              <a:buChar char="•"/>
            </a:pPr>
            <a:endParaRPr lang="en-GB" sz="2000" i="0" dirty="0">
              <a:solidFill>
                <a:schemeClr val="tx1"/>
              </a:solidFill>
              <a:effectLst/>
              <a:latin typeface="Yu Gothic UI Light" panose="020B0300000000000000" pitchFamily="34" charset="-128"/>
              <a:ea typeface="Yu Gothic UI Light" panose="020B0300000000000000" pitchFamily="34" charset="-128"/>
            </a:endParaRPr>
          </a:p>
          <a:p>
            <a:pPr marL="457200" lvl="0" indent="-457200" rtl="0">
              <a:buFont typeface="Arial" panose="020B0604020202020204" pitchFamily="34" charset="0"/>
              <a:buChar char="•"/>
            </a:pPr>
            <a:r>
              <a:rPr lang="en-GB" sz="2800" i="0" dirty="0">
                <a:solidFill>
                  <a:schemeClr val="tx1"/>
                </a:solidFill>
                <a:effectLst/>
                <a:latin typeface="Yu Gothic UI Light" panose="020B0300000000000000" pitchFamily="34" charset="-128"/>
                <a:ea typeface="Yu Gothic UI Light" panose="020B0300000000000000" pitchFamily="34" charset="-128"/>
              </a:rPr>
              <a:t>Initial ESDA processing included: </a:t>
            </a:r>
            <a:r>
              <a:rPr lang="en-GB" sz="2800" i="1" dirty="0">
                <a:solidFill>
                  <a:schemeClr val="tx1"/>
                </a:solidFill>
                <a:effectLst/>
                <a:latin typeface="Yu Gothic UI Light" panose="020B0300000000000000" pitchFamily="34" charset="-128"/>
                <a:ea typeface="Yu Gothic UI Light" panose="020B0300000000000000" pitchFamily="34" charset="-128"/>
              </a:rPr>
              <a:t>Hot Spot Analysis</a:t>
            </a:r>
            <a:r>
              <a:rPr lang="en-GB" sz="2800" i="0" dirty="0">
                <a:solidFill>
                  <a:schemeClr val="tx1"/>
                </a:solidFill>
                <a:effectLst/>
                <a:latin typeface="Yu Gothic UI Light" panose="020B0300000000000000" pitchFamily="34" charset="-128"/>
                <a:ea typeface="Yu Gothic UI Light" panose="020B0300000000000000" pitchFamily="34" charset="-128"/>
              </a:rPr>
              <a:t>, </a:t>
            </a:r>
            <a:r>
              <a:rPr lang="en-GB" sz="2800" i="1" dirty="0">
                <a:solidFill>
                  <a:schemeClr val="tx1"/>
                </a:solidFill>
                <a:effectLst/>
                <a:latin typeface="Yu Gothic UI Light" panose="020B0300000000000000" pitchFamily="34" charset="-128"/>
                <a:ea typeface="Yu Gothic UI Light" panose="020B0300000000000000" pitchFamily="34" charset="-128"/>
              </a:rPr>
              <a:t>Optimised Hotpots Analysis</a:t>
            </a:r>
            <a:r>
              <a:rPr lang="en-GB" sz="2800" i="0" dirty="0">
                <a:solidFill>
                  <a:schemeClr val="tx1"/>
                </a:solidFill>
                <a:effectLst/>
                <a:latin typeface="Yu Gothic UI Light" panose="020B0300000000000000" pitchFamily="34" charset="-128"/>
                <a:ea typeface="Yu Gothic UI Light" panose="020B0300000000000000" pitchFamily="34" charset="-128"/>
              </a:rPr>
              <a:t>, </a:t>
            </a:r>
            <a:r>
              <a:rPr lang="en-GB" sz="2800" i="1" dirty="0">
                <a:solidFill>
                  <a:schemeClr val="tx1"/>
                </a:solidFill>
                <a:effectLst/>
                <a:latin typeface="Yu Gothic UI Light" panose="020B0300000000000000" pitchFamily="34" charset="-128"/>
                <a:ea typeface="Yu Gothic UI Light" panose="020B0300000000000000" pitchFamily="34" charset="-128"/>
              </a:rPr>
              <a:t>Density Based Spatial Clustering of Applications with Noise </a:t>
            </a:r>
            <a:r>
              <a:rPr lang="en-GB" sz="2800" i="0" dirty="0">
                <a:solidFill>
                  <a:schemeClr val="tx1"/>
                </a:solidFill>
                <a:effectLst/>
                <a:latin typeface="Yu Gothic UI Light" panose="020B0300000000000000" pitchFamily="34" charset="-128"/>
                <a:ea typeface="Yu Gothic UI Light" panose="020B0300000000000000" pitchFamily="34" charset="-128"/>
              </a:rPr>
              <a:t>and </a:t>
            </a:r>
            <a:r>
              <a:rPr lang="en-GB" sz="2800" b="1" i="0" u="sng" dirty="0">
                <a:solidFill>
                  <a:schemeClr val="tx1"/>
                </a:solidFill>
                <a:effectLst/>
                <a:latin typeface="Yu Gothic UI Light" panose="020B0300000000000000" pitchFamily="34" charset="-128"/>
                <a:ea typeface="Yu Gothic UI Light" panose="020B0300000000000000" pitchFamily="34" charset="-128"/>
              </a:rPr>
              <a:t>Kernal Density Extent (KDE) (Figure 1).</a:t>
            </a:r>
            <a:r>
              <a:rPr lang="en-GB" sz="2800" i="0" dirty="0">
                <a:solidFill>
                  <a:schemeClr val="tx1"/>
                </a:solidFill>
                <a:effectLst/>
                <a:latin typeface="Yu Gothic UI Light" panose="020B0300000000000000" pitchFamily="34" charset="-128"/>
                <a:ea typeface="Yu Gothic UI Light" panose="020B0300000000000000" pitchFamily="34" charset="-128"/>
              </a:rPr>
              <a:t> ESDA parameters are editable within the developed Arc.py script.</a:t>
            </a:r>
            <a:endParaRPr lang="en-GB" sz="2800" dirty="0">
              <a:effectLst/>
              <a:latin typeface="Yu Gothic UI Light" panose="020B0300000000000000" pitchFamily="34" charset="-128"/>
              <a:ea typeface="Yu Gothic UI Light" panose="020B0300000000000000" pitchFamily="34" charset="-128"/>
            </a:endParaRPr>
          </a:p>
          <a:p>
            <a:pPr marL="457200" lvl="0" indent="-457200" rtl="0">
              <a:buFont typeface="Arial" panose="020B0604020202020204" pitchFamily="34" charset="0"/>
              <a:buChar char="•"/>
            </a:pPr>
            <a:endParaRPr lang="en-GB" sz="2000" i="0" dirty="0">
              <a:solidFill>
                <a:schemeClr val="tx1"/>
              </a:solidFill>
              <a:effectLst/>
              <a:latin typeface="Yu Gothic UI Light" panose="020B0300000000000000" pitchFamily="34" charset="-128"/>
              <a:ea typeface="Yu Gothic UI Light" panose="020B0300000000000000" pitchFamily="34" charset="-128"/>
            </a:endParaRPr>
          </a:p>
          <a:p>
            <a:pPr marL="457200" lvl="0" indent="-457200" rtl="0">
              <a:buFont typeface="Arial" panose="020B0604020202020204" pitchFamily="34" charset="0"/>
              <a:buChar char="•"/>
            </a:pPr>
            <a:r>
              <a:rPr lang="en-GB" sz="2800" i="0" dirty="0">
                <a:solidFill>
                  <a:schemeClr val="tx1"/>
                </a:solidFill>
                <a:effectLst/>
                <a:latin typeface="Yu Gothic UI Light" panose="020B0300000000000000" pitchFamily="34" charset="-128"/>
                <a:ea typeface="Yu Gothic UI Light" panose="020B0300000000000000" pitchFamily="34" charset="-128"/>
              </a:rPr>
              <a:t>Input datasets with statistically significant spatial results were further subjected to Space Time Cube (STC) bin calculations grouping by year/month for each site and </a:t>
            </a:r>
            <a:r>
              <a:rPr lang="en-GB" sz="2800" b="1" i="0" u="sng" dirty="0">
                <a:solidFill>
                  <a:schemeClr val="tx1"/>
                </a:solidFill>
                <a:effectLst/>
                <a:latin typeface="Yu Gothic UI Light" panose="020B0300000000000000" pitchFamily="34" charset="-128"/>
                <a:ea typeface="Yu Gothic UI Light" panose="020B0300000000000000" pitchFamily="34" charset="-128"/>
              </a:rPr>
              <a:t>Emerging </a:t>
            </a:r>
            <a:r>
              <a:rPr lang="en-GB" sz="2800" b="1" i="0" u="sng" dirty="0" err="1">
                <a:solidFill>
                  <a:schemeClr val="tx1"/>
                </a:solidFill>
                <a:effectLst/>
                <a:latin typeface="Yu Gothic UI Light" panose="020B0300000000000000" pitchFamily="34" charset="-128"/>
                <a:ea typeface="Yu Gothic UI Light" panose="020B0300000000000000" pitchFamily="34" charset="-128"/>
              </a:rPr>
              <a:t>HotSpot</a:t>
            </a:r>
            <a:r>
              <a:rPr lang="en-GB" sz="2800" b="1" i="0" u="sng" dirty="0">
                <a:solidFill>
                  <a:schemeClr val="tx1"/>
                </a:solidFill>
                <a:effectLst/>
                <a:latin typeface="Yu Gothic UI Light" panose="020B0300000000000000" pitchFamily="34" charset="-128"/>
                <a:ea typeface="Yu Gothic UI Light" panose="020B0300000000000000" pitchFamily="34" charset="-128"/>
              </a:rPr>
              <a:t> Analysis (Figure 2).</a:t>
            </a:r>
            <a:endParaRPr lang="en-GB" sz="4400" b="1" u="sng" dirty="0">
              <a:effectLst/>
              <a:latin typeface="Yu Gothic UI Light" panose="020B0300000000000000" pitchFamily="34" charset="-128"/>
              <a:ea typeface="Yu Gothic UI Light" panose="020B0300000000000000" pitchFamily="34" charset="-128"/>
            </a:endParaRPr>
          </a:p>
        </p:txBody>
      </p:sp>
      <p:grpSp>
        <p:nvGrpSpPr>
          <p:cNvPr id="67" name="Group 66">
            <a:extLst>
              <a:ext uri="{FF2B5EF4-FFF2-40B4-BE49-F238E27FC236}">
                <a16:creationId xmlns:a16="http://schemas.microsoft.com/office/drawing/2014/main" id="{4EFD88E3-6250-6522-D394-6C9147314746}"/>
              </a:ext>
            </a:extLst>
          </p:cNvPr>
          <p:cNvGrpSpPr/>
          <p:nvPr/>
        </p:nvGrpSpPr>
        <p:grpSpPr>
          <a:xfrm>
            <a:off x="581884" y="13079325"/>
            <a:ext cx="28732441" cy="11140853"/>
            <a:chOff x="258034" y="13079325"/>
            <a:chExt cx="28732441" cy="11140853"/>
          </a:xfrm>
        </p:grpSpPr>
        <p:pic>
          <p:nvPicPr>
            <p:cNvPr id="52" name="Picture 3">
              <a:extLst>
                <a:ext uri="{FF2B5EF4-FFF2-40B4-BE49-F238E27FC236}">
                  <a16:creationId xmlns:a16="http://schemas.microsoft.com/office/drawing/2014/main" id="{0897A359-CF41-396A-69A7-931E3852D818}"/>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688984" y="13079325"/>
              <a:ext cx="23370366" cy="10326730"/>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pic>
        <p:sp>
          <p:nvSpPr>
            <p:cNvPr id="21" name="TextBox 20">
              <a:extLst>
                <a:ext uri="{FF2B5EF4-FFF2-40B4-BE49-F238E27FC236}">
                  <a16:creationId xmlns:a16="http://schemas.microsoft.com/office/drawing/2014/main" id="{81A5515B-F86D-1BAD-0D37-0815E24FCCC4}"/>
                </a:ext>
              </a:extLst>
            </p:cNvPr>
            <p:cNvSpPr txBox="1"/>
            <p:nvPr/>
          </p:nvSpPr>
          <p:spPr>
            <a:xfrm>
              <a:off x="6281239" y="13079806"/>
              <a:ext cx="3888209" cy="1200329"/>
            </a:xfrm>
            <a:prstGeom prst="rect">
              <a:avLst/>
            </a:prstGeom>
            <a:solidFill>
              <a:schemeClr val="bg1"/>
            </a:solidFill>
            <a:ln w="3175">
              <a:solidFill>
                <a:schemeClr val="tx1"/>
              </a:solidFill>
            </a:ln>
          </p:spPr>
          <p:txBody>
            <a:bodyPr wrap="square" rtlCol="0">
              <a:spAutoFit/>
            </a:bodyPr>
            <a:lstStyle/>
            <a:p>
              <a:r>
                <a:rPr lang="en-GB" sz="2400" dirty="0">
                  <a:latin typeface="Yu Gothic UI Light" panose="020B0300000000000000" pitchFamily="34" charset="-128"/>
                  <a:ea typeface="Yu Gothic UI Light" panose="020B0300000000000000" pitchFamily="34" charset="-128"/>
                </a:rPr>
                <a:t>Same shade as in d), purple indicates a mid turtle CPUE, MPA is relatively low dist.</a:t>
              </a:r>
            </a:p>
          </p:txBody>
        </p:sp>
        <p:sp>
          <p:nvSpPr>
            <p:cNvPr id="25" name="TextBox 24">
              <a:extLst>
                <a:ext uri="{FF2B5EF4-FFF2-40B4-BE49-F238E27FC236}">
                  <a16:creationId xmlns:a16="http://schemas.microsoft.com/office/drawing/2014/main" id="{9549DC7B-8ABE-2E5E-8561-3D95399DF1A9}"/>
                </a:ext>
              </a:extLst>
            </p:cNvPr>
            <p:cNvSpPr txBox="1"/>
            <p:nvPr/>
          </p:nvSpPr>
          <p:spPr>
            <a:xfrm>
              <a:off x="26088587" y="13177451"/>
              <a:ext cx="2901888" cy="4893647"/>
            </a:xfrm>
            <a:prstGeom prst="rect">
              <a:avLst/>
            </a:prstGeom>
            <a:noFill/>
            <a:ln w="3175">
              <a:noFill/>
            </a:ln>
          </p:spPr>
          <p:txBody>
            <a:bodyPr wrap="square">
              <a:spAutoFit/>
            </a:bodyPr>
            <a:lstStyle/>
            <a:p>
              <a:r>
                <a:rPr lang="en-GB" sz="2400" b="0" i="0" dirty="0">
                  <a:effectLst/>
                  <a:latin typeface="Yu Gothic UI Light" panose="020B0300000000000000" pitchFamily="34" charset="-128"/>
                  <a:ea typeface="Yu Gothic UI Light" panose="020B0300000000000000" pitchFamily="34" charset="-128"/>
                </a:rPr>
                <a:t>High CPUE indicated by dark blues, purple and pink hotspots. Spatially as a group the pale lilac / light pink boundary is primarily indicative of relatively low proximity to MPA &amp; mid turtle CPUE compared to the </a:t>
              </a:r>
              <a:r>
                <a:rPr lang="en-GB" sz="2400" i="0" dirty="0">
                  <a:effectLst/>
                  <a:latin typeface="Yu Gothic UI Light" panose="020B0300000000000000" pitchFamily="34" charset="-128"/>
                  <a:ea typeface="Yu Gothic UI Light" panose="020B0300000000000000" pitchFamily="34" charset="-128"/>
                </a:rPr>
                <a:t>brighter</a:t>
              </a:r>
              <a:r>
                <a:rPr lang="en-GB" sz="2400" b="0" i="0" dirty="0">
                  <a:effectLst/>
                  <a:latin typeface="Yu Gothic UI Light" panose="020B0300000000000000" pitchFamily="34" charset="-128"/>
                  <a:ea typeface="Yu Gothic UI Light" panose="020B0300000000000000" pitchFamily="34" charset="-128"/>
                </a:rPr>
                <a:t> hotspot colours.</a:t>
              </a:r>
            </a:p>
          </p:txBody>
        </p:sp>
        <p:sp>
          <p:nvSpPr>
            <p:cNvPr id="27" name="TextBox 26">
              <a:extLst>
                <a:ext uri="{FF2B5EF4-FFF2-40B4-BE49-F238E27FC236}">
                  <a16:creationId xmlns:a16="http://schemas.microsoft.com/office/drawing/2014/main" id="{05C4B5B5-4CB9-5923-F8F1-142E57C55A3C}"/>
                </a:ext>
              </a:extLst>
            </p:cNvPr>
            <p:cNvSpPr txBox="1"/>
            <p:nvPr/>
          </p:nvSpPr>
          <p:spPr>
            <a:xfrm rot="10800000" flipV="1">
              <a:off x="258034" y="18419744"/>
              <a:ext cx="2858282" cy="2677656"/>
            </a:xfrm>
            <a:prstGeom prst="rect">
              <a:avLst/>
            </a:prstGeom>
            <a:solidFill>
              <a:schemeClr val="bg1"/>
            </a:solidFill>
            <a:ln w="3175">
              <a:solidFill>
                <a:schemeClr val="tx1"/>
              </a:solidFill>
            </a:ln>
          </p:spPr>
          <p:txBody>
            <a:bodyPr wrap="square">
              <a:spAutoFit/>
            </a:bodyPr>
            <a:lstStyle/>
            <a:p>
              <a:r>
                <a:rPr lang="en-GB" sz="2400" b="0" i="0" dirty="0">
                  <a:effectLst/>
                  <a:latin typeface="Yu Gothic UI Light" panose="020B0300000000000000" pitchFamily="34" charset="-128"/>
                  <a:ea typeface="Yu Gothic UI Light" panose="020B0300000000000000" pitchFamily="34" charset="-128"/>
                </a:rPr>
                <a:t>Darkness of blue colour reflects higher CPUE, because it’s further than 10km dist. to MPA</a:t>
              </a:r>
              <a:r>
                <a:rPr lang="en-GB" sz="2400" dirty="0">
                  <a:latin typeface="Yu Gothic UI Light" panose="020B0300000000000000" pitchFamily="34" charset="-128"/>
                  <a:ea typeface="Yu Gothic UI Light" panose="020B0300000000000000" pitchFamily="34" charset="-128"/>
                </a:rPr>
                <a:t> – (applies to North East KDE sites)</a:t>
              </a:r>
            </a:p>
          </p:txBody>
        </p:sp>
        <p:sp>
          <p:nvSpPr>
            <p:cNvPr id="29" name="TextBox 28">
              <a:extLst>
                <a:ext uri="{FF2B5EF4-FFF2-40B4-BE49-F238E27FC236}">
                  <a16:creationId xmlns:a16="http://schemas.microsoft.com/office/drawing/2014/main" id="{5AA503F6-0BC7-C7BF-C326-837081B9E943}"/>
                </a:ext>
              </a:extLst>
            </p:cNvPr>
            <p:cNvSpPr txBox="1"/>
            <p:nvPr/>
          </p:nvSpPr>
          <p:spPr>
            <a:xfrm>
              <a:off x="12290580" y="20927091"/>
              <a:ext cx="1931794" cy="1087715"/>
            </a:xfrm>
            <a:prstGeom prst="rect">
              <a:avLst/>
            </a:prstGeom>
            <a:solidFill>
              <a:schemeClr val="bg1"/>
            </a:solidFill>
            <a:ln w="3175">
              <a:solidFill>
                <a:schemeClr val="tx1"/>
              </a:solidFill>
            </a:ln>
          </p:spPr>
          <p:txBody>
            <a:bodyPr wrap="square">
              <a:spAutoFit/>
            </a:bodyPr>
            <a:lstStyle/>
            <a:p>
              <a:r>
                <a:rPr lang="en-GB" sz="2400" b="0" i="0" dirty="0">
                  <a:effectLst/>
                  <a:latin typeface="Yu Gothic UI Light" panose="020B0300000000000000" pitchFamily="34" charset="-128"/>
                  <a:ea typeface="Yu Gothic UI Light" panose="020B0300000000000000" pitchFamily="34" charset="-128"/>
                </a:rPr>
                <a:t>CPUE sites of interest</a:t>
              </a:r>
            </a:p>
            <a:p>
              <a:r>
                <a:rPr lang="en-GB" sz="2400" b="0" i="0" dirty="0">
                  <a:effectLst/>
                  <a:latin typeface="Yu Gothic UI Light" panose="020B0300000000000000" pitchFamily="34" charset="-128"/>
                  <a:ea typeface="Yu Gothic UI Light" panose="020B0300000000000000" pitchFamily="34" charset="-128"/>
                </a:rPr>
                <a:t> </a:t>
              </a:r>
              <a:endParaRPr lang="en-GB" sz="2400" dirty="0">
                <a:latin typeface="Yu Gothic UI Light" panose="020B0300000000000000" pitchFamily="34" charset="-128"/>
                <a:ea typeface="Yu Gothic UI Light" panose="020B0300000000000000" pitchFamily="34" charset="-128"/>
              </a:endParaRPr>
            </a:p>
          </p:txBody>
        </p:sp>
        <p:sp>
          <p:nvSpPr>
            <p:cNvPr id="31" name="TextBox 30">
              <a:extLst>
                <a:ext uri="{FF2B5EF4-FFF2-40B4-BE49-F238E27FC236}">
                  <a16:creationId xmlns:a16="http://schemas.microsoft.com/office/drawing/2014/main" id="{3EFF6F5B-F7AC-1464-18D5-C0B37C9B7AFA}"/>
                </a:ext>
              </a:extLst>
            </p:cNvPr>
            <p:cNvSpPr txBox="1"/>
            <p:nvPr/>
          </p:nvSpPr>
          <p:spPr>
            <a:xfrm>
              <a:off x="2688984" y="21831571"/>
              <a:ext cx="2600224" cy="1569659"/>
            </a:xfrm>
            <a:prstGeom prst="rect">
              <a:avLst/>
            </a:prstGeom>
            <a:solidFill>
              <a:schemeClr val="bg1"/>
            </a:solidFill>
            <a:ln w="3175">
              <a:solidFill>
                <a:schemeClr val="tx1"/>
              </a:solidFill>
            </a:ln>
          </p:spPr>
          <p:txBody>
            <a:bodyPr wrap="square">
              <a:spAutoFit/>
            </a:bodyPr>
            <a:lstStyle/>
            <a:p>
              <a:r>
                <a:rPr lang="en-GB" sz="2400" b="0" i="0" dirty="0">
                  <a:effectLst/>
                  <a:latin typeface="Yu Gothic UI Light" panose="020B0300000000000000" pitchFamily="34" charset="-128"/>
                  <a:ea typeface="Yu Gothic UI Light" panose="020B0300000000000000" pitchFamily="34" charset="-128"/>
                </a:rPr>
                <a:t>Consider outer convex hull boundary for consolidated MPA</a:t>
              </a:r>
              <a:endParaRPr lang="en-GB" sz="2400" dirty="0">
                <a:latin typeface="Yu Gothic UI Light" panose="020B0300000000000000" pitchFamily="34" charset="-128"/>
                <a:ea typeface="Yu Gothic UI Light" panose="020B0300000000000000" pitchFamily="34" charset="-128"/>
              </a:endParaRPr>
            </a:p>
          </p:txBody>
        </p:sp>
        <p:sp>
          <p:nvSpPr>
            <p:cNvPr id="33" name="TextBox 32">
              <a:extLst>
                <a:ext uri="{FF2B5EF4-FFF2-40B4-BE49-F238E27FC236}">
                  <a16:creationId xmlns:a16="http://schemas.microsoft.com/office/drawing/2014/main" id="{D7C4266E-08FF-8509-56E7-D0041B0FE036}"/>
                </a:ext>
              </a:extLst>
            </p:cNvPr>
            <p:cNvSpPr txBox="1"/>
            <p:nvPr/>
          </p:nvSpPr>
          <p:spPr>
            <a:xfrm>
              <a:off x="13158692" y="23389181"/>
              <a:ext cx="6915279" cy="830997"/>
            </a:xfrm>
            <a:prstGeom prst="rect">
              <a:avLst/>
            </a:prstGeom>
            <a:solidFill>
              <a:schemeClr val="bg1"/>
            </a:solidFill>
            <a:ln w="3175">
              <a:solidFill>
                <a:schemeClr val="tx1"/>
              </a:solidFill>
            </a:ln>
          </p:spPr>
          <p:txBody>
            <a:bodyPr wrap="square">
              <a:spAutoFit/>
            </a:bodyPr>
            <a:lstStyle/>
            <a:p>
              <a:r>
                <a:rPr lang="en-GB" sz="2400" b="0" i="0" dirty="0">
                  <a:effectLst/>
                  <a:latin typeface="Yu Gothic UI Light" panose="020B0300000000000000" pitchFamily="34" charset="-128"/>
                  <a:ea typeface="Yu Gothic UI Light" panose="020B0300000000000000" pitchFamily="34" charset="-128"/>
                </a:rPr>
                <a:t>c) Distance to MPAs is low, therefore the bright pink &amp; purple indicate high to medium turtle CPUE</a:t>
              </a:r>
              <a:endParaRPr lang="en-GB" sz="2400" dirty="0">
                <a:latin typeface="Yu Gothic UI Light" panose="020B0300000000000000" pitchFamily="34" charset="-128"/>
                <a:ea typeface="Yu Gothic UI Light" panose="020B0300000000000000" pitchFamily="34" charset="-128"/>
              </a:endParaRPr>
            </a:p>
          </p:txBody>
        </p:sp>
        <p:sp>
          <p:nvSpPr>
            <p:cNvPr id="35" name="TextBox 34">
              <a:extLst>
                <a:ext uri="{FF2B5EF4-FFF2-40B4-BE49-F238E27FC236}">
                  <a16:creationId xmlns:a16="http://schemas.microsoft.com/office/drawing/2014/main" id="{0DE7A961-0D93-B3C0-648D-0BBA851F1911}"/>
                </a:ext>
              </a:extLst>
            </p:cNvPr>
            <p:cNvSpPr txBox="1"/>
            <p:nvPr/>
          </p:nvSpPr>
          <p:spPr>
            <a:xfrm>
              <a:off x="25526662" y="20927091"/>
              <a:ext cx="2606029" cy="1569660"/>
            </a:xfrm>
            <a:prstGeom prst="rect">
              <a:avLst/>
            </a:prstGeom>
            <a:solidFill>
              <a:schemeClr val="bg1"/>
            </a:solidFill>
            <a:ln w="3175">
              <a:solidFill>
                <a:schemeClr val="tx1"/>
              </a:solidFill>
            </a:ln>
          </p:spPr>
          <p:txBody>
            <a:bodyPr wrap="square">
              <a:spAutoFit/>
            </a:bodyPr>
            <a:lstStyle/>
            <a:p>
              <a:r>
                <a:rPr lang="en-GB" sz="2400" b="0" i="0" dirty="0">
                  <a:effectLst/>
                  <a:latin typeface="Yu Gothic UI Light" panose="020B0300000000000000" pitchFamily="34" charset="-128"/>
                  <a:ea typeface="Yu Gothic UI Light" panose="020B0300000000000000" pitchFamily="34" charset="-128"/>
                </a:rPr>
                <a:t>d) Purple indicates a mid turtle CPUE, because the MPA is low distance</a:t>
              </a:r>
              <a:endParaRPr lang="en-GB" sz="2400" dirty="0">
                <a:latin typeface="Yu Gothic UI Light" panose="020B0300000000000000" pitchFamily="34" charset="-128"/>
                <a:ea typeface="Yu Gothic UI Light" panose="020B0300000000000000" pitchFamily="34" charset="-128"/>
              </a:endParaRPr>
            </a:p>
          </p:txBody>
        </p:sp>
      </p:grpSp>
      <p:sp>
        <p:nvSpPr>
          <p:cNvPr id="45" name="TextBox 44">
            <a:extLst>
              <a:ext uri="{FF2B5EF4-FFF2-40B4-BE49-F238E27FC236}">
                <a16:creationId xmlns:a16="http://schemas.microsoft.com/office/drawing/2014/main" id="{1A970226-2F22-D087-80C1-6BC08F11760A}"/>
              </a:ext>
            </a:extLst>
          </p:cNvPr>
          <p:cNvSpPr txBox="1"/>
          <p:nvPr/>
        </p:nvSpPr>
        <p:spPr>
          <a:xfrm>
            <a:off x="324004" y="39550802"/>
            <a:ext cx="22744311" cy="3293209"/>
          </a:xfrm>
          <a:prstGeom prst="rect">
            <a:avLst/>
          </a:prstGeom>
          <a:noFill/>
        </p:spPr>
        <p:txBody>
          <a:bodyPr wrap="square">
            <a:spAutoFit/>
          </a:bodyPr>
          <a:lstStyle/>
          <a:p>
            <a:pPr algn="ctr"/>
            <a:r>
              <a:rPr lang="en-GB" sz="4000" b="1" i="0" u="sng" dirty="0">
                <a:solidFill>
                  <a:schemeClr val="bg1"/>
                </a:solidFill>
                <a:effectLst/>
                <a:latin typeface="Yu Gothic UI Semibold" panose="020B0700000000000000" pitchFamily="34" charset="-128"/>
                <a:ea typeface="Yu Gothic UI Semibold" panose="020B0700000000000000" pitchFamily="34" charset="-128"/>
              </a:rPr>
              <a:t>KEY SOURCES</a:t>
            </a:r>
          </a:p>
          <a:p>
            <a:pPr marL="342900" indent="-342900">
              <a:buFont typeface="Arial" panose="020B0604020202020204" pitchFamily="34" charset="0"/>
              <a:buChar char="•"/>
            </a:pPr>
            <a:r>
              <a:rPr lang="en-GB" sz="2400" dirty="0">
                <a:solidFill>
                  <a:schemeClr val="bg1"/>
                </a:solidFill>
                <a:latin typeface="Yu Gothic UI Light" panose="020B0300000000000000" pitchFamily="34" charset="-128"/>
                <a:ea typeface="Yu Gothic UI Light" panose="020B0300000000000000" pitchFamily="34" charset="-128"/>
              </a:rPr>
              <a:t>Maldives OneMap - https://readme.onemap.mv/</a:t>
            </a:r>
          </a:p>
          <a:p>
            <a:pPr marL="342900" indent="-342900">
              <a:buFont typeface="Arial" panose="020B0604020202020204" pitchFamily="34" charset="0"/>
              <a:buChar char="•"/>
            </a:pPr>
            <a:r>
              <a:rPr lang="en-GB" sz="2400" dirty="0">
                <a:solidFill>
                  <a:schemeClr val="bg1"/>
                </a:solidFill>
                <a:latin typeface="Yu Gothic UI Light" panose="020B0300000000000000" pitchFamily="34" charset="-128"/>
                <a:ea typeface="Yu Gothic UI Light" panose="020B0300000000000000" pitchFamily="34" charset="-128"/>
              </a:rPr>
              <a:t>Allen Coral Atlas Team. 2026. The Allen Coral Atlas: A High Resolution Mapping and Monitoring Observatory for Global Shallow Coral Reefs. Arizona State University </a:t>
            </a:r>
            <a:r>
              <a:rPr lang="en-GB" sz="2400" dirty="0" err="1">
                <a:solidFill>
                  <a:schemeClr val="bg1"/>
                </a:solidFill>
                <a:latin typeface="Yu Gothic UI Light" panose="020B0300000000000000" pitchFamily="34" charset="-128"/>
                <a:ea typeface="Yu Gothic UI Light" panose="020B0300000000000000" pitchFamily="34" charset="-128"/>
              </a:rPr>
              <a:t>Center</a:t>
            </a:r>
            <a:r>
              <a:rPr lang="en-GB" sz="2400" dirty="0">
                <a:solidFill>
                  <a:schemeClr val="bg1"/>
                </a:solidFill>
                <a:latin typeface="Yu Gothic UI Light" panose="020B0300000000000000" pitchFamily="34" charset="-128"/>
                <a:ea typeface="Yu Gothic UI Light" panose="020B0300000000000000" pitchFamily="34" charset="-128"/>
              </a:rPr>
              <a:t> for Global Discovery and Conservation Science, Hilo HI USA. URL: </a:t>
            </a:r>
            <a:r>
              <a:rPr lang="en-GB" sz="2400" dirty="0">
                <a:solidFill>
                  <a:schemeClr val="bg1"/>
                </a:solidFill>
                <a:latin typeface="Yu Gothic UI Light" panose="020B0300000000000000" pitchFamily="34" charset="-128"/>
                <a:ea typeface="Yu Gothic UI Light" panose="020B0300000000000000" pitchFamily="34" charset="-128"/>
                <a:hlinkClick r:id="rId4">
                  <a:extLst>
                    <a:ext uri="{A12FA001-AC4F-418D-AE19-62706E023703}">
                      <ahyp:hlinkClr xmlns:ahyp="http://schemas.microsoft.com/office/drawing/2018/hyperlinkcolor" val="tx"/>
                    </a:ext>
                  </a:extLst>
                </a:hlinkClick>
              </a:rPr>
              <a:t>https://allencoralatlas.org</a:t>
            </a:r>
            <a:r>
              <a:rPr lang="en-GB" sz="2400" dirty="0">
                <a:solidFill>
                  <a:schemeClr val="bg1"/>
                </a:solidFill>
                <a:latin typeface="Yu Gothic UI Light" panose="020B0300000000000000" pitchFamily="34" charset="-128"/>
                <a:ea typeface="Yu Gothic UI Light" panose="020B0300000000000000" pitchFamily="34" charset="-128"/>
              </a:rPr>
              <a:t> (accessed October 16</a:t>
            </a:r>
            <a:r>
              <a:rPr lang="en-GB" sz="2400" baseline="30000" dirty="0">
                <a:solidFill>
                  <a:schemeClr val="bg1"/>
                </a:solidFill>
                <a:latin typeface="Yu Gothic UI Light" panose="020B0300000000000000" pitchFamily="34" charset="-128"/>
                <a:ea typeface="Yu Gothic UI Light" panose="020B0300000000000000" pitchFamily="34" charset="-128"/>
              </a:rPr>
              <a:t>th</a:t>
            </a:r>
            <a:r>
              <a:rPr lang="en-GB" sz="2400" dirty="0">
                <a:solidFill>
                  <a:schemeClr val="bg1"/>
                </a:solidFill>
                <a:latin typeface="Yu Gothic UI Light" panose="020B0300000000000000" pitchFamily="34" charset="-128"/>
                <a:ea typeface="Yu Gothic UI Light" panose="020B0300000000000000" pitchFamily="34" charset="-128"/>
              </a:rPr>
              <a:t> 2026 )</a:t>
            </a:r>
          </a:p>
          <a:p>
            <a:pPr marL="342900" indent="-342900">
              <a:buFont typeface="Arial" panose="020B0604020202020204" pitchFamily="34" charset="0"/>
              <a:buChar char="•"/>
            </a:pPr>
            <a:r>
              <a:rPr lang="en-GB" sz="2400" dirty="0">
                <a:solidFill>
                  <a:schemeClr val="bg1"/>
                </a:solidFill>
                <a:latin typeface="Yu Gothic UI Light" panose="020B0300000000000000" pitchFamily="34" charset="-128"/>
                <a:ea typeface="Yu Gothic UI Light" panose="020B0300000000000000" pitchFamily="34" charset="-128"/>
              </a:rPr>
              <a:t>Hudgins JA, Hudgins EJ, Köhnk S, Mohamed Riyad E, Stelfox MR. 2023. A brighter future? Stable and growing sea turtle populations in the Republic of Maldives. </a:t>
            </a:r>
            <a:r>
              <a:rPr lang="en-GB" sz="2400" dirty="0" err="1">
                <a:solidFill>
                  <a:schemeClr val="bg1"/>
                </a:solidFill>
                <a:latin typeface="Yu Gothic UI Light" panose="020B0300000000000000" pitchFamily="34" charset="-128"/>
                <a:ea typeface="Yu Gothic UI Light" panose="020B0300000000000000" pitchFamily="34" charset="-128"/>
              </a:rPr>
              <a:t>PLoS</a:t>
            </a:r>
            <a:r>
              <a:rPr lang="en-GB" sz="2400" dirty="0">
                <a:solidFill>
                  <a:schemeClr val="bg1"/>
                </a:solidFill>
                <a:latin typeface="Yu Gothic UI Light" panose="020B0300000000000000" pitchFamily="34" charset="-128"/>
                <a:ea typeface="Yu Gothic UI Light" panose="020B0300000000000000" pitchFamily="34" charset="-128"/>
              </a:rPr>
              <a:t> One. 18(4):e0283973. doi:10.1371/journal.pone.0283973</a:t>
            </a:r>
          </a:p>
          <a:p>
            <a:endParaRPr lang="en-GB" sz="2400" dirty="0">
              <a:solidFill>
                <a:schemeClr val="bg1"/>
              </a:solidFill>
              <a:latin typeface="Yu Gothic UI Light" panose="020B0300000000000000" pitchFamily="34" charset="-128"/>
              <a:ea typeface="Yu Gothic UI Light" panose="020B0300000000000000" pitchFamily="34" charset="-128"/>
            </a:endParaRPr>
          </a:p>
          <a:p>
            <a:r>
              <a:rPr lang="en-GB" sz="2400" dirty="0">
                <a:solidFill>
                  <a:schemeClr val="bg1"/>
                </a:solidFill>
                <a:latin typeface="Yu Gothic UI Light" panose="020B0300000000000000" pitchFamily="34" charset="-128"/>
                <a:ea typeface="Yu Gothic UI Light" panose="020B0300000000000000" pitchFamily="34" charset="-128"/>
              </a:rPr>
              <a:t>Chat GPT4 was used in the Arc.py script development, all generated outputs were subjected to rigorous review, validation and refined under the lead author's oversight.</a:t>
            </a:r>
            <a:endParaRPr lang="en-GB" sz="2800" dirty="0">
              <a:solidFill>
                <a:schemeClr val="bg1"/>
              </a:solidFill>
              <a:effectLst/>
              <a:latin typeface="Yu Gothic UI Light" panose="020B0300000000000000" pitchFamily="34" charset="-128"/>
              <a:ea typeface="Yu Gothic UI Light" panose="020B0300000000000000" pitchFamily="34" charset="-128"/>
            </a:endParaRPr>
          </a:p>
        </p:txBody>
      </p:sp>
      <p:sp>
        <p:nvSpPr>
          <p:cNvPr id="48" name="TextBox 47">
            <a:extLst>
              <a:ext uri="{FF2B5EF4-FFF2-40B4-BE49-F238E27FC236}">
                <a16:creationId xmlns:a16="http://schemas.microsoft.com/office/drawing/2014/main" id="{AF79A226-322E-81A3-1B9B-8ADDB6BCB5EE}"/>
              </a:ext>
            </a:extLst>
          </p:cNvPr>
          <p:cNvSpPr txBox="1"/>
          <p:nvPr/>
        </p:nvSpPr>
        <p:spPr>
          <a:xfrm>
            <a:off x="728387" y="32841530"/>
            <a:ext cx="28759320" cy="6463308"/>
          </a:xfrm>
          <a:prstGeom prst="rect">
            <a:avLst/>
          </a:prstGeom>
          <a:noFill/>
        </p:spPr>
        <p:txBody>
          <a:bodyPr wrap="square" numCol="1" spcCol="144000" rtlCol="0">
            <a:spAutoFit/>
          </a:bodyPr>
          <a:lstStyle/>
          <a:p>
            <a:pPr algn="ctr"/>
            <a:r>
              <a:rPr lang="en-GB" sz="6600" b="1" u="sng" dirty="0">
                <a:latin typeface="Yu Gothic UI Light" panose="020B0300000000000000" pitchFamily="34" charset="-128"/>
                <a:ea typeface="Yu Gothic UI Light" panose="020B0300000000000000" pitchFamily="34" charset="-128"/>
              </a:rPr>
              <a:t>CONCLUSION</a:t>
            </a:r>
            <a:endParaRPr lang="en-GB" sz="4000" b="1" u="sng" dirty="0">
              <a:latin typeface="Yu Gothic UI Light" panose="020B0300000000000000" pitchFamily="34" charset="-128"/>
              <a:ea typeface="Yu Gothic UI Light" panose="020B0300000000000000" pitchFamily="34" charset="-128"/>
            </a:endParaRPr>
          </a:p>
          <a:p>
            <a:pPr marL="342900" indent="-342900" algn="ctr">
              <a:buFont typeface="Arial" panose="020B0604020202020204" pitchFamily="34" charset="0"/>
              <a:buChar char="•"/>
            </a:pPr>
            <a:endParaRPr lang="en-GB" dirty="0">
              <a:latin typeface="Yu Gothic UI Light" panose="020B0300000000000000" pitchFamily="34" charset="-128"/>
              <a:ea typeface="Yu Gothic UI Light" panose="020B0300000000000000" pitchFamily="34" charset="-128"/>
            </a:endParaRPr>
          </a:p>
          <a:p>
            <a:pPr marL="514350" indent="-514350" algn="just">
              <a:buFont typeface="+mj-lt"/>
              <a:buAutoNum type="arabicPeriod"/>
            </a:pPr>
            <a:r>
              <a:rPr lang="en-GB" sz="2800" dirty="0">
                <a:latin typeface="Yu Gothic UI Light" panose="020B0300000000000000" pitchFamily="34" charset="-128"/>
                <a:ea typeface="Yu Gothic UI Light" panose="020B0300000000000000" pitchFamily="34" charset="-128"/>
              </a:rPr>
              <a:t>To assess the efficacy of MPAs it is more useful to work with the turtle populations as a whole. </a:t>
            </a:r>
            <a:r>
              <a:rPr lang="en-GB" sz="2800" u="sng" dirty="0">
                <a:latin typeface="Yu Gothic UI Light" panose="020B0300000000000000" pitchFamily="34" charset="-128"/>
                <a:ea typeface="Yu Gothic UI Light" panose="020B0300000000000000" pitchFamily="34" charset="-128"/>
              </a:rPr>
              <a:t>All MPAs in Laamu have been captured by a multiple KDE convex hulls </a:t>
            </a:r>
            <a:r>
              <a:rPr lang="en-GB" sz="2800" dirty="0">
                <a:latin typeface="Yu Gothic UI Light" panose="020B0300000000000000" pitchFamily="34" charset="-128"/>
                <a:ea typeface="Yu Gothic UI Light" panose="020B0300000000000000" pitchFamily="34" charset="-128"/>
              </a:rPr>
              <a:t>(Fig. 1).</a:t>
            </a:r>
          </a:p>
          <a:p>
            <a:pPr marL="514350" indent="-514350" algn="just">
              <a:buFont typeface="+mj-lt"/>
              <a:buAutoNum type="arabicPeriod"/>
            </a:pPr>
            <a:endParaRPr lang="en-GB" sz="2000" dirty="0">
              <a:latin typeface="Yu Gothic UI Light" panose="020B0300000000000000" pitchFamily="34" charset="-128"/>
              <a:ea typeface="Yu Gothic UI Light" panose="020B0300000000000000" pitchFamily="34" charset="-128"/>
            </a:endParaRPr>
          </a:p>
          <a:p>
            <a:pPr marL="514350" indent="-514350" algn="just">
              <a:buFont typeface="+mj-lt"/>
              <a:buAutoNum type="arabicPeriod"/>
            </a:pPr>
            <a:r>
              <a:rPr lang="en-GB" sz="2800" u="sng" dirty="0">
                <a:latin typeface="Yu Gothic UI Light" panose="020B0300000000000000" pitchFamily="34" charset="-128"/>
                <a:ea typeface="Yu Gothic UI Light" panose="020B0300000000000000" pitchFamily="34" charset="-128"/>
              </a:rPr>
              <a:t>Photo ID analysis shows high site fidelity, meaning turtles situated outside of MPAs have fewer protections</a:t>
            </a:r>
            <a:r>
              <a:rPr lang="en-GB" sz="2800" dirty="0">
                <a:latin typeface="Yu Gothic UI Light" panose="020B0300000000000000" pitchFamily="34" charset="-128"/>
                <a:ea typeface="Yu Gothic UI Light" panose="020B0300000000000000" pitchFamily="34" charset="-128"/>
              </a:rPr>
              <a:t> and are unlikely to move, the longest Maldives residency period detected is 13 years 4 months within the study period. Therefore, </a:t>
            </a:r>
            <a:r>
              <a:rPr lang="en-GB" sz="2800" b="1" u="sng" dirty="0">
                <a:latin typeface="Yu Gothic UI Light" panose="020B0300000000000000" pitchFamily="34" charset="-128"/>
                <a:ea typeface="Yu Gothic UI Light" panose="020B0300000000000000" pitchFamily="34" charset="-128"/>
              </a:rPr>
              <a:t>MPAs should be expanded to reflect actual turtle distribution protecting foraging and shelter habitat connectivity.</a:t>
            </a:r>
          </a:p>
          <a:p>
            <a:pPr marL="514350" indent="-514350" algn="just">
              <a:buFont typeface="+mj-lt"/>
              <a:buAutoNum type="arabicPeriod"/>
            </a:pPr>
            <a:endParaRPr lang="en-GB" sz="2000" b="1" u="sng" dirty="0">
              <a:latin typeface="Yu Gothic UI Light" panose="020B0300000000000000" pitchFamily="34" charset="-128"/>
              <a:ea typeface="Yu Gothic UI Light" panose="020B0300000000000000" pitchFamily="34" charset="-128"/>
            </a:endParaRPr>
          </a:p>
          <a:p>
            <a:pPr marL="514350" indent="-514350" algn="just">
              <a:buFont typeface="+mj-lt"/>
              <a:buAutoNum type="arabicPeriod"/>
            </a:pPr>
            <a:r>
              <a:rPr lang="en-GB" sz="2800" dirty="0">
                <a:latin typeface="Yu Gothic UI Light" panose="020B0300000000000000" pitchFamily="34" charset="-128"/>
                <a:ea typeface="Yu Gothic UI Light" panose="020B0300000000000000" pitchFamily="34" charset="-128"/>
              </a:rPr>
              <a:t>Emerging Hotspot Spatial Analysis (Fig.2) considers the data temporally. The persistent, and new hotspots are outside of existing MPAs and most of the sporadic hotspots. This indicates the </a:t>
            </a:r>
            <a:r>
              <a:rPr lang="en-GB" sz="2800" u="sng" dirty="0">
                <a:latin typeface="Yu Gothic UI Light" panose="020B0300000000000000" pitchFamily="34" charset="-128"/>
                <a:ea typeface="Yu Gothic UI Light" panose="020B0300000000000000" pitchFamily="34" charset="-128"/>
              </a:rPr>
              <a:t>importance of south Laamu for turtles both historically and a New Hotspot for critically endangered hawksbills therefore; protections should be expanded in the future.</a:t>
            </a:r>
          </a:p>
          <a:p>
            <a:pPr marL="514350" indent="-514350" algn="just">
              <a:buFont typeface="+mj-lt"/>
              <a:buAutoNum type="arabicPeriod"/>
            </a:pPr>
            <a:endParaRPr lang="en-GB" sz="2000" dirty="0">
              <a:latin typeface="Yu Gothic UI Light" panose="020B0300000000000000" pitchFamily="34" charset="-128"/>
              <a:ea typeface="Yu Gothic UI Light" panose="020B0300000000000000" pitchFamily="34" charset="-128"/>
            </a:endParaRPr>
          </a:p>
          <a:p>
            <a:pPr marL="514350" indent="-514350" algn="just">
              <a:buFont typeface="+mj-lt"/>
              <a:buAutoNum type="arabicPeriod"/>
            </a:pPr>
            <a:r>
              <a:rPr lang="en-GB" sz="2800" b="1" u="sng" dirty="0">
                <a:latin typeface="Yu Gothic UI Light" panose="020B0300000000000000" pitchFamily="34" charset="-128"/>
                <a:ea typeface="Yu Gothic UI Light" panose="020B0300000000000000" pitchFamily="34" charset="-128"/>
              </a:rPr>
              <a:t>Using Capture per Unit Effort for each site is important to counter survey site sample bias</a:t>
            </a:r>
            <a:r>
              <a:rPr lang="en-GB" sz="2800" b="1" dirty="0">
                <a:latin typeface="Yu Gothic UI Light" panose="020B0300000000000000" pitchFamily="34" charset="-128"/>
                <a:ea typeface="Yu Gothic UI Light" panose="020B0300000000000000" pitchFamily="34" charset="-128"/>
              </a:rPr>
              <a:t>. </a:t>
            </a:r>
            <a:r>
              <a:rPr lang="en-GB" sz="2800" dirty="0">
                <a:latin typeface="Yu Gothic UI Light" panose="020B0300000000000000" pitchFamily="34" charset="-128"/>
                <a:ea typeface="Yu Gothic UI Light" panose="020B0300000000000000" pitchFamily="34" charset="-128"/>
              </a:rPr>
              <a:t>Repeat analysis for the remaining atolls in Maldives, may be more restrictive depending on turtle encounters and survey data availability. Additional life stage and turtle activity analyses are possible, by simply splitting the turtle data into different subgroups within the Arc.py workflow.</a:t>
            </a:r>
          </a:p>
          <a:p>
            <a:pPr marL="514350" indent="-514350" algn="just">
              <a:buFont typeface="+mj-lt"/>
              <a:buAutoNum type="arabicPeriod"/>
            </a:pPr>
            <a:endParaRPr lang="en-GB" dirty="0">
              <a:latin typeface="Yu Gothic UI Light" panose="020B0300000000000000" pitchFamily="34" charset="-128"/>
              <a:ea typeface="Yu Gothic UI Light" panose="020B0300000000000000" pitchFamily="34" charset="-128"/>
            </a:endParaRPr>
          </a:p>
          <a:p>
            <a:pPr marL="514350" indent="-514350" algn="just">
              <a:buFont typeface="+mj-lt"/>
              <a:buAutoNum type="arabicPeriod"/>
            </a:pPr>
            <a:r>
              <a:rPr lang="en-GB" sz="2800" dirty="0">
                <a:latin typeface="Yu Gothic UI Light" panose="020B0300000000000000" pitchFamily="34" charset="-128"/>
                <a:ea typeface="Yu Gothic UI Light" panose="020B0300000000000000" pitchFamily="34" charset="-128"/>
              </a:rPr>
              <a:t>ESDA is an efficient pipeline for sea turtle monitoring photo ID data </a:t>
            </a:r>
            <a:r>
              <a:rPr lang="en-GB" sz="2800" b="1" dirty="0">
                <a:latin typeface="Yu Gothic UI Light" panose="020B0300000000000000" pitchFamily="34" charset="-128"/>
                <a:ea typeface="Yu Gothic UI Light" panose="020B0300000000000000" pitchFamily="34" charset="-128"/>
              </a:rPr>
              <a:t>for rapid large scale detailed assessment providing spatial temporal evidence for the advocacy of expanded and well managed protective policies in Maldives.</a:t>
            </a:r>
          </a:p>
        </p:txBody>
      </p:sp>
      <p:sp>
        <p:nvSpPr>
          <p:cNvPr id="60" name="TextBox 59">
            <a:extLst>
              <a:ext uri="{FF2B5EF4-FFF2-40B4-BE49-F238E27FC236}">
                <a16:creationId xmlns:a16="http://schemas.microsoft.com/office/drawing/2014/main" id="{FE6506AA-A538-AD58-700E-6A5D5400AE4B}"/>
              </a:ext>
            </a:extLst>
          </p:cNvPr>
          <p:cNvSpPr txBox="1"/>
          <p:nvPr/>
        </p:nvSpPr>
        <p:spPr>
          <a:xfrm>
            <a:off x="12885283" y="11282369"/>
            <a:ext cx="3625467" cy="1107996"/>
          </a:xfrm>
          <a:prstGeom prst="rect">
            <a:avLst/>
          </a:prstGeom>
          <a:noFill/>
          <a:ln>
            <a:noFill/>
          </a:ln>
        </p:spPr>
        <p:txBody>
          <a:bodyPr wrap="square">
            <a:spAutoFit/>
          </a:bodyPr>
          <a:lstStyle/>
          <a:p>
            <a:r>
              <a:rPr lang="en-GB" sz="6600" b="1" u="sng" dirty="0">
                <a:solidFill>
                  <a:schemeClr val="bg1"/>
                </a:solidFill>
                <a:latin typeface="Yu Gothic UI Semibold" panose="020B0700000000000000" pitchFamily="34" charset="-128"/>
                <a:ea typeface="Yu Gothic UI Semibold" panose="020B0700000000000000" pitchFamily="34" charset="-128"/>
              </a:rPr>
              <a:t>RESULTS</a:t>
            </a:r>
          </a:p>
        </p:txBody>
      </p:sp>
      <p:sp>
        <p:nvSpPr>
          <p:cNvPr id="14" name="TextBox 13">
            <a:extLst>
              <a:ext uri="{FF2B5EF4-FFF2-40B4-BE49-F238E27FC236}">
                <a16:creationId xmlns:a16="http://schemas.microsoft.com/office/drawing/2014/main" id="{F2CA9187-EDCF-FA09-9264-671A155F6CC0}"/>
              </a:ext>
            </a:extLst>
          </p:cNvPr>
          <p:cNvSpPr txBox="1"/>
          <p:nvPr/>
        </p:nvSpPr>
        <p:spPr>
          <a:xfrm>
            <a:off x="3049134" y="25205179"/>
            <a:ext cx="5007420" cy="2862322"/>
          </a:xfrm>
          <a:prstGeom prst="rect">
            <a:avLst/>
          </a:prstGeom>
          <a:solidFill>
            <a:schemeClr val="bg1"/>
          </a:solidFill>
          <a:ln w="3175">
            <a:solidFill>
              <a:schemeClr val="tx1"/>
            </a:solidFill>
          </a:ln>
        </p:spPr>
        <p:txBody>
          <a:bodyPr wrap="square">
            <a:spAutoFit/>
          </a:bodyPr>
          <a:lstStyle/>
          <a:p>
            <a:r>
              <a:rPr lang="en-GB" sz="2400" b="0" i="0" dirty="0">
                <a:effectLst/>
                <a:latin typeface="Yu Gothic UI Light" panose="020B0300000000000000" pitchFamily="34" charset="-128"/>
                <a:ea typeface="Yu Gothic UI Light" panose="020B0300000000000000" pitchFamily="34" charset="-128"/>
              </a:rPr>
              <a:t>Figure 2a) Green &amp; Hawksbill turtles </a:t>
            </a:r>
          </a:p>
          <a:p>
            <a:endParaRPr lang="en-GB" sz="2400" dirty="0">
              <a:latin typeface="Yu Gothic UI Light" panose="020B0300000000000000" pitchFamily="34" charset="-128"/>
              <a:ea typeface="Yu Gothic UI Light" panose="020B0300000000000000" pitchFamily="34" charset="-128"/>
            </a:endParaRPr>
          </a:p>
          <a:p>
            <a:pPr marL="342900" indent="-342900">
              <a:buFont typeface="Arial" panose="020B0604020202020204" pitchFamily="34" charset="0"/>
              <a:buChar char="•"/>
            </a:pPr>
            <a:r>
              <a:rPr lang="en-GB" sz="2400" dirty="0">
                <a:latin typeface="Yu Gothic UI Light" panose="020B0300000000000000" pitchFamily="34" charset="-128"/>
                <a:ea typeface="Yu Gothic UI Light" panose="020B0300000000000000" pitchFamily="34" charset="-128"/>
              </a:rPr>
              <a:t>Widespread </a:t>
            </a:r>
            <a:r>
              <a:rPr lang="en-GB" sz="2400" u="sng" dirty="0">
                <a:latin typeface="Yu Gothic UI Light" panose="020B0300000000000000" pitchFamily="34" charset="-128"/>
                <a:ea typeface="Yu Gothic UI Light" panose="020B0300000000000000" pitchFamily="34" charset="-128"/>
              </a:rPr>
              <a:t>Sporadic Hotspots </a:t>
            </a:r>
            <a:r>
              <a:rPr lang="en-GB" sz="2400" dirty="0">
                <a:latin typeface="Yu Gothic UI Light" panose="020B0300000000000000" pitchFamily="34" charset="-128"/>
                <a:ea typeface="Yu Gothic UI Light" panose="020B0300000000000000" pitchFamily="34" charset="-128"/>
              </a:rPr>
              <a:t>near a channel entrance </a:t>
            </a:r>
            <a:r>
              <a:rPr lang="en-GB" sz="3600" dirty="0">
                <a:latin typeface="Times New Roman" panose="02020603050405020304" pitchFamily="18" charset="0"/>
                <a:ea typeface="Yu Gothic UI Light" panose="020B0300000000000000" pitchFamily="34" charset="-128"/>
                <a:cs typeface="Times New Roman" panose="02020603050405020304" pitchFamily="18" charset="0"/>
              </a:rPr>
              <a:t>*</a:t>
            </a:r>
            <a:endParaRPr lang="en-GB" sz="2400" dirty="0">
              <a:latin typeface="Yu Gothic UI Light" panose="020B0300000000000000" pitchFamily="34" charset="-128"/>
              <a:ea typeface="Yu Gothic UI Light" panose="020B0300000000000000" pitchFamily="34" charset="-128"/>
            </a:endParaRPr>
          </a:p>
          <a:p>
            <a:pPr marL="342900" indent="-342900">
              <a:buFont typeface="Arial" panose="020B0604020202020204" pitchFamily="34" charset="0"/>
              <a:buChar char="•"/>
            </a:pPr>
            <a:endParaRPr lang="en-GB" sz="2400" dirty="0">
              <a:latin typeface="Yu Gothic UI Light" panose="020B0300000000000000" pitchFamily="34" charset="-128"/>
              <a:ea typeface="Yu Gothic UI Light" panose="020B0300000000000000" pitchFamily="34" charset="-128"/>
            </a:endParaRPr>
          </a:p>
          <a:p>
            <a:pPr marL="342900" indent="-342900">
              <a:buFont typeface="Arial" panose="020B0604020202020204" pitchFamily="34" charset="0"/>
              <a:buChar char="•"/>
            </a:pPr>
            <a:r>
              <a:rPr lang="en-GB" sz="2400" dirty="0">
                <a:latin typeface="Yu Gothic UI Light" panose="020B0300000000000000" pitchFamily="34" charset="-128"/>
                <a:ea typeface="Yu Gothic UI Light" panose="020B0300000000000000" pitchFamily="34" charset="-128"/>
              </a:rPr>
              <a:t>Two </a:t>
            </a:r>
            <a:r>
              <a:rPr lang="en-GB" sz="2400" u="sng" dirty="0">
                <a:latin typeface="Yu Gothic UI Light" panose="020B0300000000000000" pitchFamily="34" charset="-128"/>
                <a:ea typeface="Yu Gothic UI Light" panose="020B0300000000000000" pitchFamily="34" charset="-128"/>
              </a:rPr>
              <a:t>Persistent Hotspots</a:t>
            </a:r>
            <a:r>
              <a:rPr lang="en-GB" sz="2400" dirty="0">
                <a:latin typeface="Yu Gothic UI Light" panose="020B0300000000000000" pitchFamily="34" charset="-128"/>
                <a:ea typeface="Yu Gothic UI Light" panose="020B0300000000000000" pitchFamily="34" charset="-128"/>
              </a:rPr>
              <a:t> on the atolls outer southern rim.</a:t>
            </a:r>
          </a:p>
        </p:txBody>
      </p:sp>
      <p:sp>
        <p:nvSpPr>
          <p:cNvPr id="17" name="TextBox 16">
            <a:extLst>
              <a:ext uri="{FF2B5EF4-FFF2-40B4-BE49-F238E27FC236}">
                <a16:creationId xmlns:a16="http://schemas.microsoft.com/office/drawing/2014/main" id="{613D6CFC-F197-A63E-4083-7F365A0753FA}"/>
              </a:ext>
            </a:extLst>
          </p:cNvPr>
          <p:cNvSpPr txBox="1"/>
          <p:nvPr/>
        </p:nvSpPr>
        <p:spPr>
          <a:xfrm>
            <a:off x="3049134" y="28466788"/>
            <a:ext cx="4967665" cy="3785652"/>
          </a:xfrm>
          <a:prstGeom prst="rect">
            <a:avLst/>
          </a:prstGeom>
          <a:solidFill>
            <a:schemeClr val="bg1"/>
          </a:solidFill>
          <a:ln w="3175">
            <a:solidFill>
              <a:schemeClr val="tx1"/>
            </a:solidFill>
          </a:ln>
        </p:spPr>
        <p:txBody>
          <a:bodyPr wrap="square">
            <a:spAutoFit/>
          </a:bodyPr>
          <a:lstStyle/>
          <a:p>
            <a:r>
              <a:rPr lang="en-GB" sz="2400" b="0" i="0" dirty="0">
                <a:effectLst/>
                <a:latin typeface="Yu Gothic UI Light" panose="020B0300000000000000" pitchFamily="34" charset="-128"/>
                <a:ea typeface="Yu Gothic UI Light" panose="020B0300000000000000" pitchFamily="34" charset="-128"/>
              </a:rPr>
              <a:t>Figure 2b)</a:t>
            </a:r>
            <a:r>
              <a:rPr lang="en-GB" sz="2400" dirty="0">
                <a:latin typeface="Yu Gothic UI Light" panose="020B0300000000000000" pitchFamily="34" charset="-128"/>
                <a:ea typeface="Yu Gothic UI Light" panose="020B0300000000000000" pitchFamily="34" charset="-128"/>
              </a:rPr>
              <a:t> Hawksbill turtles only</a:t>
            </a:r>
          </a:p>
          <a:p>
            <a:endParaRPr lang="en-GB" sz="2400" dirty="0">
              <a:latin typeface="Yu Gothic UI Light" panose="020B0300000000000000" pitchFamily="34" charset="-128"/>
              <a:ea typeface="Yu Gothic UI Light" panose="020B0300000000000000" pitchFamily="34" charset="-128"/>
            </a:endParaRPr>
          </a:p>
          <a:p>
            <a:pPr marL="342900" indent="-342900">
              <a:buFont typeface="Arial" panose="020B0604020202020204" pitchFamily="34" charset="0"/>
              <a:buChar char="•"/>
            </a:pPr>
            <a:r>
              <a:rPr lang="en-GB" sz="2400" dirty="0">
                <a:latin typeface="Yu Gothic UI Light" panose="020B0300000000000000" pitchFamily="34" charset="-128"/>
                <a:ea typeface="Yu Gothic UI Light" panose="020B0300000000000000" pitchFamily="34" charset="-128"/>
              </a:rPr>
              <a:t>The </a:t>
            </a:r>
            <a:r>
              <a:rPr lang="en-GB" sz="2400" u="sng" dirty="0">
                <a:latin typeface="Yu Gothic UI Light" panose="020B0300000000000000" pitchFamily="34" charset="-128"/>
                <a:ea typeface="Yu Gothic UI Light" panose="020B0300000000000000" pitchFamily="34" charset="-128"/>
              </a:rPr>
              <a:t>Persistent Hotspots</a:t>
            </a:r>
            <a:r>
              <a:rPr lang="en-GB" sz="2400" dirty="0">
                <a:latin typeface="Yu Gothic UI Light" panose="020B0300000000000000" pitchFamily="34" charset="-128"/>
                <a:ea typeface="Yu Gothic UI Light" panose="020B0300000000000000" pitchFamily="34" charset="-128"/>
              </a:rPr>
              <a:t> from map a) become S</a:t>
            </a:r>
            <a:r>
              <a:rPr lang="en-GB" sz="2400" u="sng" dirty="0">
                <a:latin typeface="Yu Gothic UI Light" panose="020B0300000000000000" pitchFamily="34" charset="-128"/>
                <a:ea typeface="Yu Gothic UI Light" panose="020B0300000000000000" pitchFamily="34" charset="-128"/>
              </a:rPr>
              <a:t>poradic Hotspots</a:t>
            </a:r>
            <a:r>
              <a:rPr lang="en-GB" sz="2400" dirty="0">
                <a:latin typeface="Yu Gothic UI Light" panose="020B0300000000000000" pitchFamily="34" charset="-128"/>
                <a:ea typeface="Yu Gothic UI Light" panose="020B0300000000000000" pitchFamily="34" charset="-128"/>
              </a:rPr>
              <a:t> extending one site further west. </a:t>
            </a:r>
          </a:p>
          <a:p>
            <a:pPr marL="342900" indent="-342900">
              <a:buFont typeface="Arial" panose="020B0604020202020204" pitchFamily="34" charset="0"/>
              <a:buChar char="•"/>
            </a:pPr>
            <a:endParaRPr lang="en-GB" sz="2400" dirty="0">
              <a:latin typeface="Yu Gothic UI Light" panose="020B0300000000000000" pitchFamily="34" charset="-128"/>
              <a:ea typeface="Yu Gothic UI Light" panose="020B0300000000000000" pitchFamily="34" charset="-128"/>
            </a:endParaRPr>
          </a:p>
          <a:p>
            <a:pPr marL="342900" indent="-342900">
              <a:buFont typeface="Arial" panose="020B0604020202020204" pitchFamily="34" charset="0"/>
              <a:buChar char="•"/>
            </a:pPr>
            <a:r>
              <a:rPr lang="en-GB" sz="2400" dirty="0">
                <a:latin typeface="Yu Gothic UI Light" panose="020B0300000000000000" pitchFamily="34" charset="-128"/>
                <a:ea typeface="Yu Gothic UI Light" panose="020B0300000000000000" pitchFamily="34" charset="-128"/>
              </a:rPr>
              <a:t>The </a:t>
            </a:r>
            <a:r>
              <a:rPr lang="en-GB" sz="2400" u="sng" dirty="0">
                <a:latin typeface="Yu Gothic UI Light" panose="020B0300000000000000" pitchFamily="34" charset="-128"/>
                <a:ea typeface="Yu Gothic UI Light" panose="020B0300000000000000" pitchFamily="34" charset="-128"/>
              </a:rPr>
              <a:t>New Hotspot</a:t>
            </a:r>
            <a:r>
              <a:rPr lang="en-GB" sz="2400" dirty="0">
                <a:latin typeface="Yu Gothic UI Light" panose="020B0300000000000000" pitchFamily="34" charset="-128"/>
                <a:ea typeface="Yu Gothic UI Light" panose="020B0300000000000000" pitchFamily="34" charset="-128"/>
              </a:rPr>
              <a:t> is identified where previously no pattern was detectable when looking at both green &amp; hawksbill turtles together.</a:t>
            </a:r>
          </a:p>
        </p:txBody>
      </p:sp>
      <p:sp>
        <p:nvSpPr>
          <p:cNvPr id="40" name="TextBox 39">
            <a:extLst>
              <a:ext uri="{FF2B5EF4-FFF2-40B4-BE49-F238E27FC236}">
                <a16:creationId xmlns:a16="http://schemas.microsoft.com/office/drawing/2014/main" id="{A1526A6F-394E-8024-5C6C-0B9F205FE3CC}"/>
              </a:ext>
            </a:extLst>
          </p:cNvPr>
          <p:cNvSpPr txBox="1"/>
          <p:nvPr/>
        </p:nvSpPr>
        <p:spPr>
          <a:xfrm>
            <a:off x="844381" y="12439123"/>
            <a:ext cx="13565886" cy="584775"/>
          </a:xfrm>
          <a:prstGeom prst="rect">
            <a:avLst/>
          </a:prstGeom>
          <a:noFill/>
          <a:ln>
            <a:noFill/>
          </a:ln>
        </p:spPr>
        <p:txBody>
          <a:bodyPr wrap="square">
            <a:spAutoFit/>
          </a:bodyPr>
          <a:lstStyle/>
          <a:p>
            <a:r>
              <a:rPr lang="en-GB" sz="3200" b="1" i="0" u="sng" dirty="0">
                <a:solidFill>
                  <a:schemeClr val="bg1"/>
                </a:solidFill>
                <a:effectLst/>
                <a:latin typeface="Yu Gothic UI Light" panose="020B0300000000000000" pitchFamily="34" charset="-128"/>
                <a:ea typeface="Yu Gothic UI Light" panose="020B0300000000000000" pitchFamily="34" charset="-128"/>
              </a:rPr>
              <a:t>Figure 1.</a:t>
            </a:r>
            <a:r>
              <a:rPr lang="en-GB" sz="3200" b="1" i="0" dirty="0">
                <a:solidFill>
                  <a:schemeClr val="bg1"/>
                </a:solidFill>
                <a:effectLst/>
                <a:latin typeface="Yu Gothic UI Light" panose="020B0300000000000000" pitchFamily="34" charset="-128"/>
                <a:ea typeface="Yu Gothic UI Light" panose="020B0300000000000000" pitchFamily="34" charset="-128"/>
              </a:rPr>
              <a:t>       KDEs of all site CPUE sea turtle values vs secondary dataset MPAs </a:t>
            </a:r>
            <a:endParaRPr lang="en-GB" sz="2000" b="1" dirty="0">
              <a:solidFill>
                <a:schemeClr val="bg1"/>
              </a:solidFill>
            </a:endParaRPr>
          </a:p>
        </p:txBody>
      </p:sp>
      <p:sp>
        <p:nvSpPr>
          <p:cNvPr id="44" name="TextBox 43">
            <a:extLst>
              <a:ext uri="{FF2B5EF4-FFF2-40B4-BE49-F238E27FC236}">
                <a16:creationId xmlns:a16="http://schemas.microsoft.com/office/drawing/2014/main" id="{740EB496-1AB3-523A-5F86-2A495801EC42}"/>
              </a:ext>
            </a:extLst>
          </p:cNvPr>
          <p:cNvSpPr txBox="1"/>
          <p:nvPr/>
        </p:nvSpPr>
        <p:spPr>
          <a:xfrm>
            <a:off x="844380" y="24384018"/>
            <a:ext cx="7211653" cy="584775"/>
          </a:xfrm>
          <a:prstGeom prst="rect">
            <a:avLst/>
          </a:prstGeom>
          <a:noFill/>
          <a:ln>
            <a:noFill/>
          </a:ln>
        </p:spPr>
        <p:txBody>
          <a:bodyPr wrap="square">
            <a:spAutoFit/>
          </a:bodyPr>
          <a:lstStyle/>
          <a:p>
            <a:r>
              <a:rPr lang="en-GB" sz="3200" b="1" i="0" u="sng" dirty="0">
                <a:solidFill>
                  <a:schemeClr val="bg1"/>
                </a:solidFill>
                <a:effectLst/>
                <a:latin typeface="Yu Gothic UI Light" panose="020B0300000000000000" pitchFamily="34" charset="-128"/>
                <a:ea typeface="Yu Gothic UI Light" panose="020B0300000000000000" pitchFamily="34" charset="-128"/>
              </a:rPr>
              <a:t>Figure 2.</a:t>
            </a:r>
            <a:r>
              <a:rPr lang="en-GB" sz="3200" b="1" i="0" dirty="0">
                <a:solidFill>
                  <a:schemeClr val="bg1"/>
                </a:solidFill>
                <a:effectLst/>
                <a:latin typeface="Yu Gothic UI Light" panose="020B0300000000000000" pitchFamily="34" charset="-128"/>
                <a:ea typeface="Yu Gothic UI Light" panose="020B0300000000000000" pitchFamily="34" charset="-128"/>
              </a:rPr>
              <a:t>      Emerging </a:t>
            </a:r>
            <a:r>
              <a:rPr lang="en-GB" sz="3200" b="1" i="0" dirty="0" err="1">
                <a:solidFill>
                  <a:schemeClr val="bg1"/>
                </a:solidFill>
                <a:effectLst/>
                <a:latin typeface="Yu Gothic UI Light" panose="020B0300000000000000" pitchFamily="34" charset="-128"/>
                <a:ea typeface="Yu Gothic UI Light" panose="020B0300000000000000" pitchFamily="34" charset="-128"/>
              </a:rPr>
              <a:t>HotSpot</a:t>
            </a:r>
            <a:r>
              <a:rPr lang="en-GB" sz="3200" b="1" i="0" dirty="0">
                <a:solidFill>
                  <a:schemeClr val="bg1"/>
                </a:solidFill>
                <a:effectLst/>
                <a:latin typeface="Yu Gothic UI Light" panose="020B0300000000000000" pitchFamily="34" charset="-128"/>
                <a:ea typeface="Yu Gothic UI Light" panose="020B0300000000000000" pitchFamily="34" charset="-128"/>
              </a:rPr>
              <a:t> analysis</a:t>
            </a:r>
            <a:endParaRPr lang="en-GB" sz="1800" b="1" dirty="0">
              <a:solidFill>
                <a:schemeClr val="bg1"/>
              </a:solidFill>
            </a:endParaRPr>
          </a:p>
        </p:txBody>
      </p:sp>
      <p:grpSp>
        <p:nvGrpSpPr>
          <p:cNvPr id="2" name="Group 1">
            <a:extLst>
              <a:ext uri="{FF2B5EF4-FFF2-40B4-BE49-F238E27FC236}">
                <a16:creationId xmlns:a16="http://schemas.microsoft.com/office/drawing/2014/main" id="{F36D4A0E-3323-07E6-27AB-2F9B79BBDB7C}"/>
              </a:ext>
            </a:extLst>
          </p:cNvPr>
          <p:cNvGrpSpPr/>
          <p:nvPr/>
        </p:nvGrpSpPr>
        <p:grpSpPr>
          <a:xfrm>
            <a:off x="23330283" y="24653571"/>
            <a:ext cx="2780918" cy="3785652"/>
            <a:chOff x="22978171" y="25134784"/>
            <a:chExt cx="2780918" cy="3785652"/>
          </a:xfrm>
        </p:grpSpPr>
        <p:sp>
          <p:nvSpPr>
            <p:cNvPr id="20" name="TextBox 19">
              <a:extLst>
                <a:ext uri="{FF2B5EF4-FFF2-40B4-BE49-F238E27FC236}">
                  <a16:creationId xmlns:a16="http://schemas.microsoft.com/office/drawing/2014/main" id="{CA397EEA-60B7-1978-6B45-7539D14F4140}"/>
                </a:ext>
              </a:extLst>
            </p:cNvPr>
            <p:cNvSpPr txBox="1"/>
            <p:nvPr/>
          </p:nvSpPr>
          <p:spPr>
            <a:xfrm>
              <a:off x="22978171" y="25134784"/>
              <a:ext cx="2780918" cy="3785652"/>
            </a:xfrm>
            <a:prstGeom prst="rect">
              <a:avLst/>
            </a:prstGeom>
            <a:solidFill>
              <a:srgbClr val="FFFFFF"/>
            </a:solidFill>
            <a:ln>
              <a:solidFill>
                <a:schemeClr val="tx1"/>
              </a:solidFill>
            </a:ln>
          </p:spPr>
          <p:txBody>
            <a:bodyPr wrap="square">
              <a:spAutoFit/>
            </a:bodyPr>
            <a:lstStyle/>
            <a:p>
              <a:pPr>
                <a:lnSpc>
                  <a:spcPct val="100000"/>
                </a:lnSpc>
                <a:buNone/>
              </a:pPr>
              <a:endParaRPr lang="en-GB" sz="2400" b="0" i="0" dirty="0">
                <a:effectLst/>
                <a:latin typeface="Yu Gothic UI Light" panose="020B0300000000000000" pitchFamily="34" charset="-128"/>
                <a:ea typeface="Yu Gothic UI Light" panose="020B0300000000000000" pitchFamily="34" charset="-128"/>
              </a:endParaRPr>
            </a:p>
            <a:p>
              <a:pPr>
                <a:lnSpc>
                  <a:spcPct val="100000"/>
                </a:lnSpc>
                <a:buNone/>
              </a:pPr>
              <a:endParaRPr lang="en-GB" sz="2400" dirty="0">
                <a:latin typeface="Yu Gothic UI Light" panose="020B0300000000000000" pitchFamily="34" charset="-128"/>
                <a:ea typeface="Yu Gothic UI Light" panose="020B0300000000000000" pitchFamily="34" charset="-128"/>
              </a:endParaRPr>
            </a:p>
            <a:p>
              <a:pPr>
                <a:lnSpc>
                  <a:spcPct val="100000"/>
                </a:lnSpc>
                <a:buNone/>
              </a:pPr>
              <a:endParaRPr lang="en-GB" sz="2400" b="0" i="0" dirty="0">
                <a:effectLst/>
                <a:latin typeface="Yu Gothic UI Light" panose="020B0300000000000000" pitchFamily="34" charset="-128"/>
                <a:ea typeface="Yu Gothic UI Light" panose="020B0300000000000000" pitchFamily="34" charset="-128"/>
              </a:endParaRPr>
            </a:p>
            <a:p>
              <a:pPr>
                <a:lnSpc>
                  <a:spcPct val="100000"/>
                </a:lnSpc>
                <a:buNone/>
              </a:pPr>
              <a:endParaRPr lang="en-GB" sz="2400" dirty="0">
                <a:latin typeface="Yu Gothic UI Light" panose="020B0300000000000000" pitchFamily="34" charset="-128"/>
                <a:ea typeface="Yu Gothic UI Light" panose="020B0300000000000000" pitchFamily="34" charset="-128"/>
              </a:endParaRPr>
            </a:p>
            <a:p>
              <a:pPr algn="ctr">
                <a:lnSpc>
                  <a:spcPct val="100000"/>
                </a:lnSpc>
                <a:buNone/>
              </a:pPr>
              <a:r>
                <a:rPr lang="en-GB" sz="2400" dirty="0">
                  <a:latin typeface="Yu Gothic UI Light" panose="020B0300000000000000" pitchFamily="34" charset="-128"/>
                  <a:ea typeface="Yu Gothic UI Light" panose="020B0300000000000000" pitchFamily="34" charset="-128"/>
                </a:rPr>
                <a:t>Hawksbill </a:t>
              </a:r>
              <a:r>
                <a:rPr lang="en-GB" sz="2400" b="0" i="0" dirty="0">
                  <a:effectLst/>
                  <a:latin typeface="Yu Gothic UI Light" panose="020B0300000000000000" pitchFamily="34" charset="-128"/>
                  <a:ea typeface="Yu Gothic UI Light" panose="020B0300000000000000" pitchFamily="34" charset="-128"/>
                </a:rPr>
                <a:t>KDE secondary benthic data analysis conducted with ACA coral &amp; seagrass extents. </a:t>
              </a:r>
            </a:p>
          </p:txBody>
        </p:sp>
        <p:pic>
          <p:nvPicPr>
            <p:cNvPr id="51" name="Picture 50">
              <a:extLst>
                <a:ext uri="{FF2B5EF4-FFF2-40B4-BE49-F238E27FC236}">
                  <a16:creationId xmlns:a16="http://schemas.microsoft.com/office/drawing/2014/main" id="{97A724FE-4980-3D6C-755B-3347ADBAB61F}"/>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3688204" y="25256253"/>
              <a:ext cx="1426447" cy="1426447"/>
            </a:xfrm>
            <a:prstGeom prst="rect">
              <a:avLst/>
            </a:prstGeom>
          </p:spPr>
        </p:pic>
      </p:grpSp>
      <p:grpSp>
        <p:nvGrpSpPr>
          <p:cNvPr id="4" name="Group 3">
            <a:extLst>
              <a:ext uri="{FF2B5EF4-FFF2-40B4-BE49-F238E27FC236}">
                <a16:creationId xmlns:a16="http://schemas.microsoft.com/office/drawing/2014/main" id="{4FF63EF7-8DDE-576B-C7BD-61ACC50B6441}"/>
              </a:ext>
            </a:extLst>
          </p:cNvPr>
          <p:cNvGrpSpPr/>
          <p:nvPr/>
        </p:nvGrpSpPr>
        <p:grpSpPr>
          <a:xfrm>
            <a:off x="23330284" y="29237780"/>
            <a:ext cx="2780918" cy="3046988"/>
            <a:chOff x="23075690" y="29225334"/>
            <a:chExt cx="2780918" cy="3046988"/>
          </a:xfrm>
          <a:solidFill>
            <a:srgbClr val="FFFFFF"/>
          </a:solidFill>
        </p:grpSpPr>
        <p:sp>
          <p:nvSpPr>
            <p:cNvPr id="24" name="TextBox 23">
              <a:extLst>
                <a:ext uri="{FF2B5EF4-FFF2-40B4-BE49-F238E27FC236}">
                  <a16:creationId xmlns:a16="http://schemas.microsoft.com/office/drawing/2014/main" id="{4DB24002-0A91-CF03-B5B4-00EC3DE0AE8F}"/>
                </a:ext>
              </a:extLst>
            </p:cNvPr>
            <p:cNvSpPr txBox="1"/>
            <p:nvPr/>
          </p:nvSpPr>
          <p:spPr>
            <a:xfrm>
              <a:off x="23075690" y="29225334"/>
              <a:ext cx="2780918" cy="3046988"/>
            </a:xfrm>
            <a:prstGeom prst="rect">
              <a:avLst/>
            </a:prstGeom>
            <a:grpFill/>
            <a:ln>
              <a:solidFill>
                <a:schemeClr val="tx1"/>
              </a:solidFill>
            </a:ln>
          </p:spPr>
          <p:txBody>
            <a:bodyPr wrap="square">
              <a:spAutoFit/>
            </a:bodyPr>
            <a:lstStyle/>
            <a:p>
              <a:pPr>
                <a:lnSpc>
                  <a:spcPct val="100000"/>
                </a:lnSpc>
                <a:buNone/>
              </a:pPr>
              <a:endParaRPr lang="en-GB" sz="2400" b="0" i="0" dirty="0">
                <a:effectLst/>
                <a:latin typeface="Yu Gothic UI Light" panose="020B0300000000000000" pitchFamily="34" charset="-128"/>
                <a:ea typeface="Yu Gothic UI Light" panose="020B0300000000000000" pitchFamily="34" charset="-128"/>
              </a:endParaRPr>
            </a:p>
            <a:p>
              <a:pPr>
                <a:lnSpc>
                  <a:spcPct val="100000"/>
                </a:lnSpc>
                <a:buNone/>
              </a:pPr>
              <a:endParaRPr lang="en-GB" sz="2400" dirty="0">
                <a:latin typeface="Yu Gothic UI Light" panose="020B0300000000000000" pitchFamily="34" charset="-128"/>
                <a:ea typeface="Yu Gothic UI Light" panose="020B0300000000000000" pitchFamily="34" charset="-128"/>
              </a:endParaRPr>
            </a:p>
            <a:p>
              <a:pPr>
                <a:lnSpc>
                  <a:spcPct val="100000"/>
                </a:lnSpc>
                <a:buNone/>
              </a:pPr>
              <a:endParaRPr lang="en-GB" sz="2400" b="0" i="0" dirty="0">
                <a:effectLst/>
                <a:latin typeface="Yu Gothic UI Light" panose="020B0300000000000000" pitchFamily="34" charset="-128"/>
                <a:ea typeface="Yu Gothic UI Light" panose="020B0300000000000000" pitchFamily="34" charset="-128"/>
              </a:endParaRPr>
            </a:p>
            <a:p>
              <a:pPr>
                <a:lnSpc>
                  <a:spcPct val="100000"/>
                </a:lnSpc>
                <a:buNone/>
              </a:pPr>
              <a:endParaRPr lang="en-GB" sz="2400" dirty="0">
                <a:latin typeface="Yu Gothic UI Light" panose="020B0300000000000000" pitchFamily="34" charset="-128"/>
                <a:ea typeface="Yu Gothic UI Light" panose="020B0300000000000000" pitchFamily="34" charset="-128"/>
              </a:endParaRPr>
            </a:p>
            <a:p>
              <a:pPr algn="ctr">
                <a:lnSpc>
                  <a:spcPct val="100000"/>
                </a:lnSpc>
                <a:buNone/>
              </a:pPr>
              <a:r>
                <a:rPr lang="en-GB" sz="2400" dirty="0">
                  <a:latin typeface="Yu Gothic UI Light" panose="020B0300000000000000" pitchFamily="34" charset="-128"/>
                  <a:ea typeface="Yu Gothic UI Light" panose="020B0300000000000000" pitchFamily="34" charset="-128"/>
                </a:rPr>
                <a:t>All photo identified in-water sea turtle sightings Maldives 1990 - 2024</a:t>
              </a:r>
              <a:r>
                <a:rPr lang="en-GB" sz="2400" b="0" i="0" dirty="0">
                  <a:effectLst/>
                  <a:latin typeface="Yu Gothic UI Light" panose="020B0300000000000000" pitchFamily="34" charset="-128"/>
                  <a:ea typeface="Yu Gothic UI Light" panose="020B0300000000000000" pitchFamily="34" charset="-128"/>
                </a:rPr>
                <a:t>. </a:t>
              </a:r>
            </a:p>
          </p:txBody>
        </p:sp>
        <p:pic>
          <p:nvPicPr>
            <p:cNvPr id="55" name="Picture 54">
              <a:extLst>
                <a:ext uri="{FF2B5EF4-FFF2-40B4-BE49-F238E27FC236}">
                  <a16:creationId xmlns:a16="http://schemas.microsoft.com/office/drawing/2014/main" id="{4BFD0DDD-C2A0-5A9D-A007-9187311D86EB}"/>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23808239" y="29284223"/>
              <a:ext cx="1426447" cy="1426447"/>
            </a:xfrm>
            <a:prstGeom prst="rect">
              <a:avLst/>
            </a:prstGeom>
            <a:grpFill/>
          </p:spPr>
        </p:pic>
      </p:grpSp>
      <p:pic>
        <p:nvPicPr>
          <p:cNvPr id="11" name="Picture 10">
            <a:extLst>
              <a:ext uri="{FF2B5EF4-FFF2-40B4-BE49-F238E27FC236}">
                <a16:creationId xmlns:a16="http://schemas.microsoft.com/office/drawing/2014/main" id="{BD565BDE-1BB6-59C9-5213-D51B8B3F92C2}"/>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22870842" y="39783916"/>
            <a:ext cx="2807147" cy="2807147"/>
          </a:xfrm>
          <a:prstGeom prst="rect">
            <a:avLst/>
          </a:prstGeom>
        </p:spPr>
      </p:pic>
      <p:sp>
        <p:nvSpPr>
          <p:cNvPr id="18" name="TextBox 17">
            <a:extLst>
              <a:ext uri="{FF2B5EF4-FFF2-40B4-BE49-F238E27FC236}">
                <a16:creationId xmlns:a16="http://schemas.microsoft.com/office/drawing/2014/main" id="{E9D53877-072D-83C0-93AE-4F002C48F274}"/>
              </a:ext>
            </a:extLst>
          </p:cNvPr>
          <p:cNvSpPr txBox="1"/>
          <p:nvPr/>
        </p:nvSpPr>
        <p:spPr>
          <a:xfrm>
            <a:off x="25832380" y="39965208"/>
            <a:ext cx="4275913" cy="2185214"/>
          </a:xfrm>
          <a:prstGeom prst="rect">
            <a:avLst/>
          </a:prstGeom>
          <a:noFill/>
        </p:spPr>
        <p:txBody>
          <a:bodyPr wrap="square">
            <a:spAutoFit/>
          </a:bodyPr>
          <a:lstStyle/>
          <a:p>
            <a:pPr algn="ctr"/>
            <a:r>
              <a:rPr lang="en-GB" sz="2800" b="1" dirty="0">
                <a:solidFill>
                  <a:schemeClr val="bg1"/>
                </a:solidFill>
                <a:latin typeface="Yu Gothic UI Semibold" panose="020B0700000000000000" pitchFamily="34" charset="-128"/>
                <a:ea typeface="Yu Gothic UI Semibold" panose="020B0700000000000000" pitchFamily="34" charset="-128"/>
              </a:rPr>
              <a:t>Jane Lloyd</a:t>
            </a:r>
          </a:p>
          <a:p>
            <a:pPr algn="ctr"/>
            <a:endParaRPr lang="en-GB" sz="2800" b="1" dirty="0">
              <a:latin typeface="Yu Gothic UI Semibold" panose="020B0700000000000000" pitchFamily="34" charset="-128"/>
              <a:ea typeface="Yu Gothic UI Semibold" panose="020B0700000000000000" pitchFamily="34" charset="-128"/>
            </a:endParaRPr>
          </a:p>
          <a:p>
            <a:pPr algn="ctr"/>
            <a:r>
              <a:rPr lang="en-GB" sz="2000" b="1" dirty="0">
                <a:solidFill>
                  <a:schemeClr val="bg1"/>
                </a:solidFill>
                <a:latin typeface="Yu Gothic UI Semibold" panose="020B0700000000000000" pitchFamily="34" charset="-128"/>
                <a:ea typeface="Yu Gothic UI Semibold" panose="020B0700000000000000" pitchFamily="34" charset="-128"/>
              </a:rPr>
              <a:t>jane.lloyd@oliveridleyproject.org</a:t>
            </a:r>
          </a:p>
          <a:p>
            <a:pPr algn="ctr"/>
            <a:endParaRPr lang="en-GB" sz="2000" b="1" i="0" dirty="0">
              <a:solidFill>
                <a:schemeClr val="bg1"/>
              </a:solidFill>
              <a:effectLst/>
              <a:latin typeface="Yu Gothic UI Semibold" panose="020B0700000000000000" pitchFamily="34" charset="-128"/>
              <a:ea typeface="Yu Gothic UI Semibold" panose="020B0700000000000000" pitchFamily="34" charset="-128"/>
            </a:endParaRPr>
          </a:p>
          <a:p>
            <a:pPr algn="ctr"/>
            <a:r>
              <a:rPr lang="en-GB" sz="2000" b="1" dirty="0">
                <a:solidFill>
                  <a:schemeClr val="bg1"/>
                </a:solidFill>
                <a:latin typeface="Yu Gothic UI Semibold" panose="020B0700000000000000" pitchFamily="34" charset="-128"/>
                <a:ea typeface="Yu Gothic UI Semibold" panose="020B0700000000000000" pitchFamily="34" charset="-128"/>
              </a:rPr>
              <a:t>https://github.com/OliveRidleyProject/ESDA/tree/IMCC8-Poster</a:t>
            </a:r>
            <a:r>
              <a:rPr lang="en-GB" sz="2000" b="1" i="0" dirty="0">
                <a:solidFill>
                  <a:schemeClr val="bg1"/>
                </a:solidFill>
                <a:effectLst/>
                <a:latin typeface="Yu Gothic UI Semibold" panose="020B0700000000000000" pitchFamily="34" charset="-128"/>
                <a:ea typeface="Yu Gothic UI Semibold" panose="020B0700000000000000" pitchFamily="34" charset="-128"/>
              </a:rPr>
              <a:t>org</a:t>
            </a:r>
          </a:p>
        </p:txBody>
      </p:sp>
      <p:grpSp>
        <p:nvGrpSpPr>
          <p:cNvPr id="13" name="Group 12">
            <a:extLst>
              <a:ext uri="{FF2B5EF4-FFF2-40B4-BE49-F238E27FC236}">
                <a16:creationId xmlns:a16="http://schemas.microsoft.com/office/drawing/2014/main" id="{FC5AAC6D-BD83-CA56-FF9E-65AEC85BB4A3}"/>
              </a:ext>
            </a:extLst>
          </p:cNvPr>
          <p:cNvGrpSpPr/>
          <p:nvPr/>
        </p:nvGrpSpPr>
        <p:grpSpPr>
          <a:xfrm>
            <a:off x="8869664" y="24348731"/>
            <a:ext cx="13486194" cy="8188046"/>
            <a:chOff x="8869664" y="24348731"/>
            <a:chExt cx="13486194" cy="8188046"/>
          </a:xfrm>
        </p:grpSpPr>
        <p:pic>
          <p:nvPicPr>
            <p:cNvPr id="9" name="Picture 8">
              <a:extLst>
                <a:ext uri="{FF2B5EF4-FFF2-40B4-BE49-F238E27FC236}">
                  <a16:creationId xmlns:a16="http://schemas.microsoft.com/office/drawing/2014/main" id="{C4B3EFD0-61A8-AC9A-9524-807F5B8D599B}"/>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8869664" y="24348731"/>
              <a:ext cx="13486194" cy="8188046"/>
            </a:xfrm>
            <a:prstGeom prst="rect">
              <a:avLst/>
            </a:prstGeom>
          </p:spPr>
        </p:pic>
        <p:sp>
          <p:nvSpPr>
            <p:cNvPr id="19" name="TextBox 18">
              <a:extLst>
                <a:ext uri="{FF2B5EF4-FFF2-40B4-BE49-F238E27FC236}">
                  <a16:creationId xmlns:a16="http://schemas.microsoft.com/office/drawing/2014/main" id="{6CD692EB-B72C-891A-F9CF-EF7973361030}"/>
                </a:ext>
              </a:extLst>
            </p:cNvPr>
            <p:cNvSpPr txBox="1"/>
            <p:nvPr/>
          </p:nvSpPr>
          <p:spPr>
            <a:xfrm>
              <a:off x="12404880" y="29713283"/>
              <a:ext cx="419100" cy="646331"/>
            </a:xfrm>
            <a:prstGeom prst="rect">
              <a:avLst/>
            </a:prstGeom>
            <a:noFill/>
          </p:spPr>
          <p:txBody>
            <a:bodyPr wrap="square" rtlCol="0">
              <a:spAutoFit/>
            </a:bodyPr>
            <a:lstStyle/>
            <a:p>
              <a:r>
                <a:rPr lang="en-GB" sz="3600" dirty="0">
                  <a:latin typeface="Times New Roman" panose="02020603050405020304" pitchFamily="18" charset="0"/>
                  <a:ea typeface="Yu Gothic UI Light" panose="020B0300000000000000" pitchFamily="34" charset="-128"/>
                  <a:cs typeface="Times New Roman" panose="02020603050405020304" pitchFamily="18" charset="0"/>
                </a:rPr>
                <a:t>*</a:t>
              </a:r>
              <a:endParaRPr lang="en-GB" sz="3600" dirty="0">
                <a:latin typeface="Yu Gothic UI Light" panose="020B0300000000000000" pitchFamily="34" charset="-128"/>
                <a:ea typeface="Yu Gothic UI Light" panose="020B0300000000000000" pitchFamily="34" charset="-128"/>
              </a:endParaRPr>
            </a:p>
          </p:txBody>
        </p:sp>
      </p:grpSp>
      <p:cxnSp>
        <p:nvCxnSpPr>
          <p:cNvPr id="38" name="Straight Arrow Connector 37">
            <a:extLst>
              <a:ext uri="{FF2B5EF4-FFF2-40B4-BE49-F238E27FC236}">
                <a16:creationId xmlns:a16="http://schemas.microsoft.com/office/drawing/2014/main" id="{2A1E998B-71DE-24A1-1B81-AF207803F287}"/>
              </a:ext>
            </a:extLst>
          </p:cNvPr>
          <p:cNvCxnSpPr>
            <a:cxnSpLocks/>
            <a:stCxn id="27" idx="1"/>
          </p:cNvCxnSpPr>
          <p:nvPr/>
        </p:nvCxnSpPr>
        <p:spPr>
          <a:xfrm flipV="1">
            <a:off x="3440166" y="18162639"/>
            <a:ext cx="1136337" cy="1595933"/>
          </a:xfrm>
          <a:prstGeom prst="straightConnector1">
            <a:avLst/>
          </a:prstGeom>
          <a:ln w="38100">
            <a:solidFill>
              <a:schemeClr val="tx1"/>
            </a:solidFill>
            <a:headEnd type="none"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42" name="Straight Arrow Connector 41">
            <a:extLst>
              <a:ext uri="{FF2B5EF4-FFF2-40B4-BE49-F238E27FC236}">
                <a16:creationId xmlns:a16="http://schemas.microsoft.com/office/drawing/2014/main" id="{E4BA8D15-0F80-22A9-7884-965CB9C6DF72}"/>
              </a:ext>
            </a:extLst>
          </p:cNvPr>
          <p:cNvCxnSpPr>
            <a:cxnSpLocks/>
            <a:stCxn id="27" idx="1"/>
          </p:cNvCxnSpPr>
          <p:nvPr/>
        </p:nvCxnSpPr>
        <p:spPr>
          <a:xfrm flipV="1">
            <a:off x="3440166" y="19719645"/>
            <a:ext cx="1042526" cy="38927"/>
          </a:xfrm>
          <a:prstGeom prst="straightConnector1">
            <a:avLst/>
          </a:prstGeom>
          <a:ln w="38100">
            <a:solidFill>
              <a:schemeClr val="tx1"/>
            </a:solidFill>
            <a:headEnd type="none"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49" name="Straight Arrow Connector 48">
            <a:extLst>
              <a:ext uri="{FF2B5EF4-FFF2-40B4-BE49-F238E27FC236}">
                <a16:creationId xmlns:a16="http://schemas.microsoft.com/office/drawing/2014/main" id="{29DCA665-115D-73E7-8F09-8389F75B8031}"/>
              </a:ext>
            </a:extLst>
          </p:cNvPr>
          <p:cNvCxnSpPr>
            <a:cxnSpLocks/>
            <a:stCxn id="31" idx="0"/>
          </p:cNvCxnSpPr>
          <p:nvPr/>
        </p:nvCxnSpPr>
        <p:spPr>
          <a:xfrm flipV="1">
            <a:off x="4312946" y="20848783"/>
            <a:ext cx="1551895" cy="982788"/>
          </a:xfrm>
          <a:prstGeom prst="straightConnector1">
            <a:avLst/>
          </a:prstGeom>
          <a:ln w="38100">
            <a:solidFill>
              <a:schemeClr val="tx1"/>
            </a:solidFill>
            <a:headEnd type="none"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54" name="Straight Arrow Connector 53">
            <a:extLst>
              <a:ext uri="{FF2B5EF4-FFF2-40B4-BE49-F238E27FC236}">
                <a16:creationId xmlns:a16="http://schemas.microsoft.com/office/drawing/2014/main" id="{3B17644C-587A-F815-1E38-92B50C99440A}"/>
              </a:ext>
            </a:extLst>
          </p:cNvPr>
          <p:cNvCxnSpPr>
            <a:cxnSpLocks/>
            <a:stCxn id="21" idx="2"/>
          </p:cNvCxnSpPr>
          <p:nvPr/>
        </p:nvCxnSpPr>
        <p:spPr>
          <a:xfrm>
            <a:off x="8549194" y="14280135"/>
            <a:ext cx="745092" cy="1172203"/>
          </a:xfrm>
          <a:prstGeom prst="straightConnector1">
            <a:avLst/>
          </a:prstGeom>
          <a:ln w="38100">
            <a:solidFill>
              <a:schemeClr val="tx1"/>
            </a:solidFill>
            <a:headEnd type="none"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59" name="Straight Arrow Connector 58">
            <a:extLst>
              <a:ext uri="{FF2B5EF4-FFF2-40B4-BE49-F238E27FC236}">
                <a16:creationId xmlns:a16="http://schemas.microsoft.com/office/drawing/2014/main" id="{17C5ABD6-5504-C1FE-9D2F-E7ED5E91F27F}"/>
              </a:ext>
            </a:extLst>
          </p:cNvPr>
          <p:cNvCxnSpPr>
            <a:cxnSpLocks/>
            <a:stCxn id="29" idx="1"/>
          </p:cNvCxnSpPr>
          <p:nvPr/>
        </p:nvCxnSpPr>
        <p:spPr>
          <a:xfrm flipH="1">
            <a:off x="11842560" y="21470949"/>
            <a:ext cx="771870" cy="178627"/>
          </a:xfrm>
          <a:prstGeom prst="straightConnector1">
            <a:avLst/>
          </a:prstGeom>
          <a:ln w="38100">
            <a:solidFill>
              <a:schemeClr val="tx1"/>
            </a:solidFill>
            <a:headEnd type="none"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63" name="Straight Arrow Connector 62">
            <a:extLst>
              <a:ext uri="{FF2B5EF4-FFF2-40B4-BE49-F238E27FC236}">
                <a16:creationId xmlns:a16="http://schemas.microsoft.com/office/drawing/2014/main" id="{ADD0EC18-264F-4CDC-1199-B63683BBCEFE}"/>
              </a:ext>
            </a:extLst>
          </p:cNvPr>
          <p:cNvCxnSpPr>
            <a:cxnSpLocks/>
            <a:stCxn id="29" idx="0"/>
          </p:cNvCxnSpPr>
          <p:nvPr/>
        </p:nvCxnSpPr>
        <p:spPr>
          <a:xfrm flipH="1" flipV="1">
            <a:off x="13384757" y="20399082"/>
            <a:ext cx="195570" cy="528009"/>
          </a:xfrm>
          <a:prstGeom prst="straightConnector1">
            <a:avLst/>
          </a:prstGeom>
          <a:ln w="38100">
            <a:solidFill>
              <a:schemeClr val="tx1"/>
            </a:solidFill>
            <a:headEnd type="none" w="med" len="med"/>
            <a:tailEnd type="arrow" w="med" len="med"/>
          </a:ln>
        </p:spPr>
        <p:style>
          <a:lnRef idx="2">
            <a:schemeClr val="accent1"/>
          </a:lnRef>
          <a:fillRef idx="0">
            <a:schemeClr val="accent1"/>
          </a:fillRef>
          <a:effectRef idx="1">
            <a:schemeClr val="accent1"/>
          </a:effectRef>
          <a:fontRef idx="minor">
            <a:schemeClr val="tx1"/>
          </a:fontRef>
        </p:style>
      </p:cxnSp>
      <p:sp>
        <p:nvSpPr>
          <p:cNvPr id="7" name="TextBox 6">
            <a:extLst>
              <a:ext uri="{FF2B5EF4-FFF2-40B4-BE49-F238E27FC236}">
                <a16:creationId xmlns:a16="http://schemas.microsoft.com/office/drawing/2014/main" id="{B9517843-1155-8EDF-0A06-F22836D8C718}"/>
              </a:ext>
            </a:extLst>
          </p:cNvPr>
          <p:cNvSpPr txBox="1"/>
          <p:nvPr/>
        </p:nvSpPr>
        <p:spPr>
          <a:xfrm>
            <a:off x="219173" y="3686837"/>
            <a:ext cx="3300761" cy="1200329"/>
          </a:xfrm>
          <a:prstGeom prst="rect">
            <a:avLst/>
          </a:prstGeom>
          <a:noFill/>
        </p:spPr>
        <p:txBody>
          <a:bodyPr wrap="square" rtlCol="0">
            <a:spAutoFit/>
          </a:bodyPr>
          <a:lstStyle/>
          <a:p>
            <a:r>
              <a:rPr lang="en-GB" sz="2400" b="1" dirty="0">
                <a:solidFill>
                  <a:schemeClr val="bg1"/>
                </a:solidFill>
                <a:latin typeface="Yu Gothic UI Light" panose="020B0300000000000000" pitchFamily="34" charset="-128"/>
                <a:ea typeface="Yu Gothic UI Light" panose="020B0300000000000000" pitchFamily="34" charset="-128"/>
              </a:rPr>
              <a:t>HK4710 – Omi</a:t>
            </a:r>
            <a:br>
              <a:rPr lang="en-GB" sz="2400" b="1" dirty="0">
                <a:solidFill>
                  <a:schemeClr val="bg1"/>
                </a:solidFill>
                <a:latin typeface="Yu Gothic UI Light" panose="020B0300000000000000" pitchFamily="34" charset="-128"/>
                <a:ea typeface="Yu Gothic UI Light" panose="020B0300000000000000" pitchFamily="34" charset="-128"/>
              </a:rPr>
            </a:br>
            <a:r>
              <a:rPr lang="en-GB" sz="2400" b="1" dirty="0">
                <a:solidFill>
                  <a:schemeClr val="bg1"/>
                </a:solidFill>
                <a:latin typeface="Yu Gothic UI Light" panose="020B0300000000000000" pitchFamily="34" charset="-128"/>
                <a:ea typeface="Yu Gothic UI Light" panose="020B0300000000000000" pitchFamily="34" charset="-128"/>
              </a:rPr>
              <a:t>1</a:t>
            </a:r>
            <a:r>
              <a:rPr lang="en-GB" sz="2400" b="1" baseline="30000" dirty="0">
                <a:solidFill>
                  <a:schemeClr val="bg1"/>
                </a:solidFill>
                <a:latin typeface="Yu Gothic UI Light" panose="020B0300000000000000" pitchFamily="34" charset="-128"/>
                <a:ea typeface="Yu Gothic UI Light" panose="020B0300000000000000" pitchFamily="34" charset="-128"/>
              </a:rPr>
              <a:t>st</a:t>
            </a:r>
            <a:r>
              <a:rPr lang="en-GB" sz="2400" b="1" dirty="0">
                <a:solidFill>
                  <a:schemeClr val="bg1"/>
                </a:solidFill>
                <a:latin typeface="Yu Gothic UI Light" panose="020B0300000000000000" pitchFamily="34" charset="-128"/>
                <a:ea typeface="Yu Gothic UI Light" panose="020B0300000000000000" pitchFamily="34" charset="-128"/>
              </a:rPr>
              <a:t> Sept. 2023</a:t>
            </a:r>
            <a:br>
              <a:rPr lang="en-GB" sz="2400" b="1" dirty="0">
                <a:solidFill>
                  <a:schemeClr val="bg1"/>
                </a:solidFill>
                <a:latin typeface="Yu Gothic UI Light" panose="020B0300000000000000" pitchFamily="34" charset="-128"/>
                <a:ea typeface="Yu Gothic UI Light" panose="020B0300000000000000" pitchFamily="34" charset="-128"/>
              </a:rPr>
            </a:br>
            <a:r>
              <a:rPr lang="en-GB" sz="2400" b="1" dirty="0">
                <a:solidFill>
                  <a:schemeClr val="bg1"/>
                </a:solidFill>
                <a:latin typeface="Yu Gothic UI Light" panose="020B0300000000000000" pitchFamily="34" charset="-128"/>
                <a:ea typeface="Yu Gothic UI Light" panose="020B0300000000000000" pitchFamily="34" charset="-128"/>
              </a:rPr>
              <a:t>Laamu, Olhuveli Reef</a:t>
            </a:r>
          </a:p>
        </p:txBody>
      </p:sp>
      <p:sp>
        <p:nvSpPr>
          <p:cNvPr id="23" name="TextBox 22">
            <a:extLst>
              <a:ext uri="{FF2B5EF4-FFF2-40B4-BE49-F238E27FC236}">
                <a16:creationId xmlns:a16="http://schemas.microsoft.com/office/drawing/2014/main" id="{F3DA9A3D-E704-905C-13C0-16A8FF88A495}"/>
              </a:ext>
            </a:extLst>
          </p:cNvPr>
          <p:cNvSpPr txBox="1"/>
          <p:nvPr/>
        </p:nvSpPr>
        <p:spPr>
          <a:xfrm>
            <a:off x="3864474" y="15063956"/>
            <a:ext cx="419100" cy="369332"/>
          </a:xfrm>
          <a:prstGeom prst="rect">
            <a:avLst/>
          </a:prstGeom>
          <a:noFill/>
        </p:spPr>
        <p:txBody>
          <a:bodyPr wrap="square" rtlCol="0">
            <a:spAutoFit/>
          </a:bodyPr>
          <a:lstStyle/>
          <a:p>
            <a:r>
              <a:rPr lang="az-Cyrl-AZ" dirty="0">
                <a:latin typeface="Yu Gothic UI Light" panose="020B0300000000000000" pitchFamily="34" charset="-128"/>
                <a:ea typeface="Yu Gothic UI Light" panose="020B0300000000000000" pitchFamily="34" charset="-128"/>
              </a:rPr>
              <a:t>Ж</a:t>
            </a:r>
            <a:endParaRPr lang="en-GB" dirty="0">
              <a:latin typeface="Yu Gothic UI Light" panose="020B0300000000000000" pitchFamily="34" charset="-128"/>
              <a:ea typeface="Yu Gothic UI Light" panose="020B0300000000000000" pitchFamily="34" charset="-128"/>
            </a:endParaRPr>
          </a:p>
        </p:txBody>
      </p:sp>
      <p:sp>
        <p:nvSpPr>
          <p:cNvPr id="28" name="TextBox 27">
            <a:extLst>
              <a:ext uri="{FF2B5EF4-FFF2-40B4-BE49-F238E27FC236}">
                <a16:creationId xmlns:a16="http://schemas.microsoft.com/office/drawing/2014/main" id="{848BF9C1-4E21-224B-1836-BBFD77E33C9B}"/>
              </a:ext>
            </a:extLst>
          </p:cNvPr>
          <p:cNvSpPr txBox="1"/>
          <p:nvPr/>
        </p:nvSpPr>
        <p:spPr>
          <a:xfrm>
            <a:off x="4157403" y="15063044"/>
            <a:ext cx="419100" cy="369332"/>
          </a:xfrm>
          <a:prstGeom prst="rect">
            <a:avLst/>
          </a:prstGeom>
          <a:noFill/>
        </p:spPr>
        <p:txBody>
          <a:bodyPr wrap="square" rtlCol="0">
            <a:spAutoFit/>
          </a:bodyPr>
          <a:lstStyle/>
          <a:p>
            <a:r>
              <a:rPr lang="az-Cyrl-AZ" dirty="0">
                <a:latin typeface="Yu Gothic UI Light" panose="020B0300000000000000" pitchFamily="34" charset="-128"/>
                <a:ea typeface="Yu Gothic UI Light" panose="020B0300000000000000" pitchFamily="34" charset="-128"/>
              </a:rPr>
              <a:t>Ж</a:t>
            </a:r>
            <a:endParaRPr lang="en-GB" dirty="0">
              <a:latin typeface="Yu Gothic UI Light" panose="020B0300000000000000" pitchFamily="34" charset="-128"/>
              <a:ea typeface="Yu Gothic UI Light" panose="020B0300000000000000" pitchFamily="34" charset="-128"/>
            </a:endParaRPr>
          </a:p>
        </p:txBody>
      </p:sp>
      <p:sp>
        <p:nvSpPr>
          <p:cNvPr id="34" name="TextBox 33">
            <a:extLst>
              <a:ext uri="{FF2B5EF4-FFF2-40B4-BE49-F238E27FC236}">
                <a16:creationId xmlns:a16="http://schemas.microsoft.com/office/drawing/2014/main" id="{24B153D0-CE22-135B-109F-FCADD26C9E80}"/>
              </a:ext>
            </a:extLst>
          </p:cNvPr>
          <p:cNvSpPr txBox="1"/>
          <p:nvPr/>
        </p:nvSpPr>
        <p:spPr>
          <a:xfrm>
            <a:off x="9844088" y="24553142"/>
            <a:ext cx="3540669" cy="461665"/>
          </a:xfrm>
          <a:prstGeom prst="rect">
            <a:avLst/>
          </a:prstGeom>
          <a:noFill/>
        </p:spPr>
        <p:txBody>
          <a:bodyPr wrap="square">
            <a:spAutoFit/>
          </a:bodyPr>
          <a:lstStyle/>
          <a:p>
            <a:r>
              <a:rPr lang="en-GB" sz="2400" b="1" i="0" u="sng" dirty="0">
                <a:effectLst/>
                <a:latin typeface="Yu Gothic UI Light" panose="020B0300000000000000" pitchFamily="34" charset="-128"/>
                <a:ea typeface="Yu Gothic UI Light" panose="020B0300000000000000" pitchFamily="34" charset="-128"/>
              </a:rPr>
              <a:t>Green &amp; Hawksbill turtles </a:t>
            </a:r>
            <a:endParaRPr lang="en-GB" b="1" u="sng" dirty="0"/>
          </a:p>
        </p:txBody>
      </p:sp>
      <p:sp>
        <p:nvSpPr>
          <p:cNvPr id="39" name="TextBox 38">
            <a:extLst>
              <a:ext uri="{FF2B5EF4-FFF2-40B4-BE49-F238E27FC236}">
                <a16:creationId xmlns:a16="http://schemas.microsoft.com/office/drawing/2014/main" id="{B088D7A6-8A86-3AF3-90D2-8F61B88E4F35}"/>
              </a:ext>
            </a:extLst>
          </p:cNvPr>
          <p:cNvSpPr txBox="1"/>
          <p:nvPr/>
        </p:nvSpPr>
        <p:spPr>
          <a:xfrm>
            <a:off x="15975053" y="24513784"/>
            <a:ext cx="3684547" cy="461665"/>
          </a:xfrm>
          <a:prstGeom prst="rect">
            <a:avLst/>
          </a:prstGeom>
          <a:noFill/>
        </p:spPr>
        <p:txBody>
          <a:bodyPr wrap="square">
            <a:spAutoFit/>
          </a:bodyPr>
          <a:lstStyle/>
          <a:p>
            <a:r>
              <a:rPr lang="en-GB" sz="2400" b="1" i="0" u="sng" dirty="0">
                <a:effectLst/>
                <a:latin typeface="Yu Gothic UI Light" panose="020B0300000000000000" pitchFamily="34" charset="-128"/>
                <a:ea typeface="Yu Gothic UI Light" panose="020B0300000000000000" pitchFamily="34" charset="-128"/>
              </a:rPr>
              <a:t>Hawksbill turtles only </a:t>
            </a:r>
            <a:endParaRPr lang="en-GB" dirty="0"/>
          </a:p>
        </p:txBody>
      </p:sp>
    </p:spTree>
    <p:extLst>
      <p:ext uri="{BB962C8B-B14F-4D97-AF65-F5344CB8AC3E}">
        <p14:creationId xmlns:p14="http://schemas.microsoft.com/office/powerpoint/2010/main" val="2568735850"/>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2389</TotalTime>
  <Words>1002</Words>
  <Application>Microsoft Office PowerPoint</Application>
  <PresentationFormat>Custom</PresentationFormat>
  <Paragraphs>87</Paragraphs>
  <Slides>1</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vt:i4>
      </vt:variant>
    </vt:vector>
  </HeadingPairs>
  <TitlesOfParts>
    <vt:vector size="8" baseType="lpstr">
      <vt:lpstr>Yu Gothic UI Light</vt:lpstr>
      <vt:lpstr>Yu Gothic UI Semibold</vt:lpstr>
      <vt:lpstr>Aptos</vt:lpstr>
      <vt:lpstr>Aptos Display</vt:lpstr>
      <vt:lpstr>Arial</vt:lpstr>
      <vt:lpstr>Times New Roman</vt:lpstr>
      <vt:lpstr>Office Theme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 Lloyd</dc:creator>
  <cp:lastModifiedBy>J Lloyd</cp:lastModifiedBy>
  <cp:revision>8</cp:revision>
  <dcterms:created xsi:type="dcterms:W3CDTF">2026-09-04T17:32:14Z</dcterms:created>
  <dcterms:modified xsi:type="dcterms:W3CDTF">2026-10-27T19:32:19Z</dcterms:modified>
</cp:coreProperties>
</file>